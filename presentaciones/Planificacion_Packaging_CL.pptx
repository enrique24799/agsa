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7" r:id="rId4"/>
    <p:sldMasterId id="2147483685" r:id="rId5"/>
  </p:sldMasterIdLst>
  <p:notesMasterIdLst>
    <p:notesMasterId r:id="rId15"/>
  </p:notesMasterIdLst>
  <p:sldIdLst>
    <p:sldId id="257" r:id="rId6"/>
    <p:sldId id="2964" r:id="rId7"/>
    <p:sldId id="2971" r:id="rId8"/>
    <p:sldId id="2969" r:id="rId9"/>
    <p:sldId id="2975" r:id="rId10"/>
    <p:sldId id="2983" r:id="rId22"/>
    <p:sldId id="2981" r:id="rId11"/>
    <p:sldId id="2982" r:id="rId12"/>
    <p:sldId id="2972" r:id="rId13"/>
    <p:sldId id="2984" r:id="rId23"/>
    <p:sldId id="2963" r:id="rId14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E10DBC-23B0-44CF-BD2B-3AC7F04FF78C}" v="356" dt="2024-07-03T18:23:54.080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954" y="1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  <Relationship Id="rId22" Type="http://schemas.openxmlformats.org/officeDocument/2006/relationships/slide" Target="slides/slide10.xml"/>
  <Relationship Id="rId23" Type="http://schemas.openxmlformats.org/officeDocument/2006/relationships/slide" Target="slides/slide11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 Villafaina Moreno, Luis Antonio" userId="ac12add2-dd8d-45c9-af2d-de36f117d062" providerId="ADAL" clId="{DBE10DBC-23B0-44CF-BD2B-3AC7F04FF78C}"/>
    <pc:docChg chg="undo custSel addSld delSld modSld sldOrd">
      <pc:chgData name="De Villafaina Moreno, Luis Antonio" userId="ac12add2-dd8d-45c9-af2d-de36f117d062" providerId="ADAL" clId="{DBE10DBC-23B0-44CF-BD2B-3AC7F04FF78C}" dt="2024-07-03T18:31:16.156" v="1511" actId="47"/>
      <pc:docMkLst>
        <pc:docMk/>
      </pc:docMkLst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0" sldId="256"/>
        </pc:sldMkLst>
      </pc:sldChg>
      <pc:sldChg chg="modSp mod">
        <pc:chgData name="De Villafaina Moreno, Luis Antonio" userId="ac12add2-dd8d-45c9-af2d-de36f117d062" providerId="ADAL" clId="{DBE10DBC-23B0-44CF-BD2B-3AC7F04FF78C}" dt="2024-07-03T17:34:09.558" v="1245" actId="404"/>
        <pc:sldMkLst>
          <pc:docMk/>
          <pc:sldMk cId="0" sldId="257"/>
        </pc:sldMkLst>
        <pc:spChg chg="mod">
          <ac:chgData name="De Villafaina Moreno, Luis Antonio" userId="ac12add2-dd8d-45c9-af2d-de36f117d062" providerId="ADAL" clId="{DBE10DBC-23B0-44CF-BD2B-3AC7F04FF78C}" dt="2024-07-03T17:34:09.558" v="1245" actId="404"/>
          <ac:spMkLst>
            <pc:docMk/>
            <pc:sldMk cId="0" sldId="257"/>
            <ac:spMk id="141" creationId="{00000000-0000-0000-0000-000000000000}"/>
          </ac:spMkLst>
        </pc:spChg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672488190" sldId="273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2966880155" sldId="281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307363583" sldId="282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646718588" sldId="285"/>
        </pc:sldMkLst>
      </pc:sldChg>
      <pc:sldChg chg="modSp add mod">
        <pc:chgData name="De Villafaina Moreno, Luis Antonio" userId="ac12add2-dd8d-45c9-af2d-de36f117d062" providerId="ADAL" clId="{DBE10DBC-23B0-44CF-BD2B-3AC7F04FF78C}" dt="2024-07-03T18:28:35.989" v="1508" actId="20577"/>
        <pc:sldMkLst>
          <pc:docMk/>
          <pc:sldMk cId="3725985565" sldId="286"/>
        </pc:sldMkLst>
        <pc:spChg chg="mod">
          <ac:chgData name="De Villafaina Moreno, Luis Antonio" userId="ac12add2-dd8d-45c9-af2d-de36f117d062" providerId="ADAL" clId="{DBE10DBC-23B0-44CF-BD2B-3AC7F04FF78C}" dt="2024-07-03T18:27:50.001" v="1494" actId="1035"/>
          <ac:spMkLst>
            <pc:docMk/>
            <pc:sldMk cId="3725985565" sldId="286"/>
            <ac:spMk id="8" creationId="{7CE1F4FE-1FC1-F781-8FB7-051C2990F079}"/>
          </ac:spMkLst>
        </pc:spChg>
        <pc:spChg chg="mod">
          <ac:chgData name="De Villafaina Moreno, Luis Antonio" userId="ac12add2-dd8d-45c9-af2d-de36f117d062" providerId="ADAL" clId="{DBE10DBC-23B0-44CF-BD2B-3AC7F04FF78C}" dt="2024-07-03T18:28:35.989" v="1508" actId="20577"/>
          <ac:spMkLst>
            <pc:docMk/>
            <pc:sldMk cId="3725985565" sldId="286"/>
            <ac:spMk id="22" creationId="{3728F3A7-21C3-4B21-8B8A-ADEC2D08111C}"/>
          </ac:spMkLst>
        </pc:spChg>
        <pc:cxnChg chg="mod">
          <ac:chgData name="De Villafaina Moreno, Luis Antonio" userId="ac12add2-dd8d-45c9-af2d-de36f117d062" providerId="ADAL" clId="{DBE10DBC-23B0-44CF-BD2B-3AC7F04FF78C}" dt="2024-07-03T18:28:23.487" v="1500" actId="1076"/>
          <ac:cxnSpMkLst>
            <pc:docMk/>
            <pc:sldMk cId="3725985565" sldId="286"/>
            <ac:cxnSpMk id="48" creationId="{12B39BED-0648-4D14-8E39-D8BF37CA7B1B}"/>
          </ac:cxnSpMkLst>
        </pc:cxnChg>
      </pc:sldChg>
      <pc:sldChg chg="modSp add mod">
        <pc:chgData name="De Villafaina Moreno, Luis Antonio" userId="ac12add2-dd8d-45c9-af2d-de36f117d062" providerId="ADAL" clId="{DBE10DBC-23B0-44CF-BD2B-3AC7F04FF78C}" dt="2024-07-03T18:29:22.605" v="1509" actId="20577"/>
        <pc:sldMkLst>
          <pc:docMk/>
          <pc:sldMk cId="986764707" sldId="287"/>
        </pc:sldMkLst>
        <pc:spChg chg="mod">
          <ac:chgData name="De Villafaina Moreno, Luis Antonio" userId="ac12add2-dd8d-45c9-af2d-de36f117d062" providerId="ADAL" clId="{DBE10DBC-23B0-44CF-BD2B-3AC7F04FF78C}" dt="2024-07-03T18:29:22.605" v="1509" actId="20577"/>
          <ac:spMkLst>
            <pc:docMk/>
            <pc:sldMk cId="986764707" sldId="287"/>
            <ac:spMk id="26" creationId="{28667010-18F4-4134-88F8-BEF2B4337460}"/>
          </ac:spMkLst>
        </pc:spChg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2390009497" sldId="288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828984928" sldId="289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2593548231" sldId="290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978251848" sldId="291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663187999" sldId="292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1504286093" sldId="314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3792320270" sldId="315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1411140908" sldId="316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1130693733" sldId="317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3037502496" sldId="318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1336300895" sldId="319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2221512896" sldId="320"/>
        </pc:sldMkLst>
      </pc:sldChg>
      <pc:sldChg chg="del">
        <pc:chgData name="De Villafaina Moreno, Luis Antonio" userId="ac12add2-dd8d-45c9-af2d-de36f117d062" providerId="ADAL" clId="{DBE10DBC-23B0-44CF-BD2B-3AC7F04FF78C}" dt="2024-07-03T18:31:16.156" v="1511" actId="47"/>
        <pc:sldMkLst>
          <pc:docMk/>
          <pc:sldMk cId="3318881140" sldId="256848"/>
        </pc:sldMkLst>
      </pc:sldChg>
      <pc:sldChg chg="modSp del mod">
        <pc:chgData name="De Villafaina Moreno, Luis Antonio" userId="ac12add2-dd8d-45c9-af2d-de36f117d062" providerId="ADAL" clId="{DBE10DBC-23B0-44CF-BD2B-3AC7F04FF78C}" dt="2024-07-03T17:32:46.919" v="1192" actId="47"/>
        <pc:sldMkLst>
          <pc:docMk/>
          <pc:sldMk cId="77781677" sldId="256859"/>
        </pc:sldMkLst>
        <pc:spChg chg="mod">
          <ac:chgData name="De Villafaina Moreno, Luis Antonio" userId="ac12add2-dd8d-45c9-af2d-de36f117d062" providerId="ADAL" clId="{DBE10DBC-23B0-44CF-BD2B-3AC7F04FF78C}" dt="2024-07-03T14:43:46.934" v="434" actId="20577"/>
          <ac:spMkLst>
            <pc:docMk/>
            <pc:sldMk cId="77781677" sldId="256859"/>
            <ac:spMk id="3" creationId="{986D1622-77EF-8176-B30B-A73AA5CECED4}"/>
          </ac:spMkLst>
        </pc:spChg>
      </pc:sldChg>
      <pc:sldChg chg="del">
        <pc:chgData name="De Villafaina Moreno, Luis Antonio" userId="ac12add2-dd8d-45c9-af2d-de36f117d062" providerId="ADAL" clId="{DBE10DBC-23B0-44CF-BD2B-3AC7F04FF78C}" dt="2024-07-03T14:44:05.810" v="435" actId="47"/>
        <pc:sldMkLst>
          <pc:docMk/>
          <pc:sldMk cId="628683508" sldId="256864"/>
        </pc:sldMkLst>
      </pc:sldChg>
      <pc:sldChg chg="addSp delSp del">
        <pc:chgData name="De Villafaina Moreno, Luis Antonio" userId="ac12add2-dd8d-45c9-af2d-de36f117d062" providerId="ADAL" clId="{DBE10DBC-23B0-44CF-BD2B-3AC7F04FF78C}" dt="2024-07-03T17:32:52.380" v="1194" actId="47"/>
        <pc:sldMkLst>
          <pc:docMk/>
          <pc:sldMk cId="1342625562" sldId="256865"/>
        </pc:sldMkLst>
        <pc:picChg chg="add del">
          <ac:chgData name="De Villafaina Moreno, Luis Antonio" userId="ac12add2-dd8d-45c9-af2d-de36f117d062" providerId="ADAL" clId="{DBE10DBC-23B0-44CF-BD2B-3AC7F04FF78C}" dt="2024-07-03T15:20:13.082" v="444" actId="478"/>
          <ac:picMkLst>
            <pc:docMk/>
            <pc:sldMk cId="1342625562" sldId="256865"/>
            <ac:picMk id="1026" creationId="{D08454D1-7E4A-3AA8-7522-3B0B4679DB4B}"/>
          </ac:picMkLst>
        </pc:picChg>
      </pc:sldChg>
      <pc:sldChg chg="del">
        <pc:chgData name="De Villafaina Moreno, Luis Antonio" userId="ac12add2-dd8d-45c9-af2d-de36f117d062" providerId="ADAL" clId="{DBE10DBC-23B0-44CF-BD2B-3AC7F04FF78C}" dt="2024-07-03T18:31:14.225" v="1510" actId="47"/>
        <pc:sldMkLst>
          <pc:docMk/>
          <pc:sldMk cId="2944244276" sldId="256867"/>
        </pc:sldMkLst>
      </pc:sldChg>
      <pc:sldChg chg="add del">
        <pc:chgData name="De Villafaina Moreno, Luis Antonio" userId="ac12add2-dd8d-45c9-af2d-de36f117d062" providerId="ADAL" clId="{DBE10DBC-23B0-44CF-BD2B-3AC7F04FF78C}" dt="2024-07-03T14:43:02.294" v="408" actId="47"/>
        <pc:sldMkLst>
          <pc:docMk/>
          <pc:sldMk cId="4027695089" sldId="256871"/>
        </pc:sldMkLst>
      </pc:sldChg>
      <pc:sldChg chg="addSp delSp modSp mod ord">
        <pc:chgData name="De Villafaina Moreno, Luis Antonio" userId="ac12add2-dd8d-45c9-af2d-de36f117d062" providerId="ADAL" clId="{DBE10DBC-23B0-44CF-BD2B-3AC7F04FF78C}" dt="2024-07-03T18:26:46.050" v="1490" actId="6549"/>
        <pc:sldMkLst>
          <pc:docMk/>
          <pc:sldMk cId="3215491238" sldId="256873"/>
        </pc:sldMkLst>
        <pc:spChg chg="add del mod">
          <ac:chgData name="De Villafaina Moreno, Luis Antonio" userId="ac12add2-dd8d-45c9-af2d-de36f117d062" providerId="ADAL" clId="{DBE10DBC-23B0-44CF-BD2B-3AC7F04FF78C}" dt="2024-07-03T14:41:23.108" v="302" actId="478"/>
          <ac:spMkLst>
            <pc:docMk/>
            <pc:sldMk cId="3215491238" sldId="256873"/>
            <ac:spMk id="3" creationId="{B6C06AD6-C5DA-46EC-9912-4C25A781EA81}"/>
          </ac:spMkLst>
        </pc:spChg>
        <pc:spChg chg="add del mod">
          <ac:chgData name="De Villafaina Moreno, Luis Antonio" userId="ac12add2-dd8d-45c9-af2d-de36f117d062" providerId="ADAL" clId="{DBE10DBC-23B0-44CF-BD2B-3AC7F04FF78C}" dt="2024-07-03T14:41:23.784" v="303" actId="478"/>
          <ac:spMkLst>
            <pc:docMk/>
            <pc:sldMk cId="3215491238" sldId="256873"/>
            <ac:spMk id="4" creationId="{676BD2B1-6AAE-2F83-B23F-6F59F8B1306A}"/>
          </ac:spMkLst>
        </pc:spChg>
        <pc:spChg chg="add mod">
          <ac:chgData name="De Villafaina Moreno, Luis Antonio" userId="ac12add2-dd8d-45c9-af2d-de36f117d062" providerId="ADAL" clId="{DBE10DBC-23B0-44CF-BD2B-3AC7F04FF78C}" dt="2024-07-03T14:42:30.542" v="404" actId="20577"/>
          <ac:spMkLst>
            <pc:docMk/>
            <pc:sldMk cId="3215491238" sldId="256873"/>
            <ac:spMk id="5" creationId="{DF697BC7-E2D6-3202-98B3-F7CB08BA6ED6}"/>
          </ac:spMkLst>
        </pc:spChg>
        <pc:spChg chg="add del mod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6" creationId="{72261C69-6201-A346-CF19-A403A4CE7128}"/>
          </ac:spMkLst>
        </pc:spChg>
        <pc:spChg chg="add mod">
          <ac:chgData name="De Villafaina Moreno, Luis Antonio" userId="ac12add2-dd8d-45c9-af2d-de36f117d062" providerId="ADAL" clId="{DBE10DBC-23B0-44CF-BD2B-3AC7F04FF78C}" dt="2024-07-03T18:26:39.739" v="1486" actId="6549"/>
          <ac:spMkLst>
            <pc:docMk/>
            <pc:sldMk cId="3215491238" sldId="256873"/>
            <ac:spMk id="7" creationId="{B5C399DC-1000-D487-2B0A-4508D7EC0938}"/>
          </ac:spMkLst>
        </pc:spChg>
        <pc:spChg chg="add mod">
          <ac:chgData name="De Villafaina Moreno, Luis Antonio" userId="ac12add2-dd8d-45c9-af2d-de36f117d062" providerId="ADAL" clId="{DBE10DBC-23B0-44CF-BD2B-3AC7F04FF78C}" dt="2024-07-03T18:26:41.031" v="1487" actId="6549"/>
          <ac:spMkLst>
            <pc:docMk/>
            <pc:sldMk cId="3215491238" sldId="256873"/>
            <ac:spMk id="8" creationId="{BAA531F0-A1B4-307D-8C6D-C434C35AA54C}"/>
          </ac:spMkLst>
        </pc:spChg>
        <pc:spChg chg="add mod">
          <ac:chgData name="De Villafaina Moreno, Luis Antonio" userId="ac12add2-dd8d-45c9-af2d-de36f117d062" providerId="ADAL" clId="{DBE10DBC-23B0-44CF-BD2B-3AC7F04FF78C}" dt="2024-07-03T17:37:04.147" v="1481" actId="1037"/>
          <ac:spMkLst>
            <pc:docMk/>
            <pc:sldMk cId="3215491238" sldId="256873"/>
            <ac:spMk id="9" creationId="{7BCBD7D8-B952-986F-8FA1-1402366CD14F}"/>
          </ac:spMkLst>
        </pc:spChg>
        <pc:spChg chg="add mod">
          <ac:chgData name="De Villafaina Moreno, Luis Antonio" userId="ac12add2-dd8d-45c9-af2d-de36f117d062" providerId="ADAL" clId="{DBE10DBC-23B0-44CF-BD2B-3AC7F04FF78C}" dt="2024-07-03T17:37:04.147" v="1481" actId="1037"/>
          <ac:spMkLst>
            <pc:docMk/>
            <pc:sldMk cId="3215491238" sldId="256873"/>
            <ac:spMk id="10" creationId="{B98CF399-E833-E3A6-E6AA-08A163882C3A}"/>
          </ac:spMkLst>
        </pc:spChg>
        <pc:spChg chg="mod">
          <ac:chgData name="De Villafaina Moreno, Luis Antonio" userId="ac12add2-dd8d-45c9-af2d-de36f117d062" providerId="ADAL" clId="{DBE10DBC-23B0-44CF-BD2B-3AC7F04FF78C}" dt="2024-07-03T18:26:38.323" v="1485" actId="6549"/>
          <ac:spMkLst>
            <pc:docMk/>
            <pc:sldMk cId="3215491238" sldId="256873"/>
            <ac:spMk id="20" creationId="{B5F06CCF-4763-0EE4-89F5-1318451C6486}"/>
          </ac:spMkLst>
        </pc:spChg>
        <pc:spChg chg="mod">
          <ac:chgData name="De Villafaina Moreno, Luis Antonio" userId="ac12add2-dd8d-45c9-af2d-de36f117d062" providerId="ADAL" clId="{DBE10DBC-23B0-44CF-BD2B-3AC7F04FF78C}" dt="2024-07-03T18:26:42.993" v="1488" actId="6549"/>
          <ac:spMkLst>
            <pc:docMk/>
            <pc:sldMk cId="3215491238" sldId="256873"/>
            <ac:spMk id="26" creationId="{D8971C67-B133-C05D-842D-E96DB45FC3FE}"/>
          </ac:spMkLst>
        </pc:spChg>
        <pc:spChg chg="mod">
          <ac:chgData name="De Villafaina Moreno, Luis Antonio" userId="ac12add2-dd8d-45c9-af2d-de36f117d062" providerId="ADAL" clId="{DBE10DBC-23B0-44CF-BD2B-3AC7F04FF78C}" dt="2024-07-03T18:26:44.736" v="1489" actId="6549"/>
          <ac:spMkLst>
            <pc:docMk/>
            <pc:sldMk cId="3215491238" sldId="256873"/>
            <ac:spMk id="30" creationId="{6F7673B2-7493-66B0-701C-18B3803CCE02}"/>
          </ac:spMkLst>
        </pc:spChg>
        <pc:spChg chg="mod">
          <ac:chgData name="De Villafaina Moreno, Luis Antonio" userId="ac12add2-dd8d-45c9-af2d-de36f117d062" providerId="ADAL" clId="{DBE10DBC-23B0-44CF-BD2B-3AC7F04FF78C}" dt="2024-07-03T18:26:46.050" v="1490" actId="6549"/>
          <ac:spMkLst>
            <pc:docMk/>
            <pc:sldMk cId="3215491238" sldId="256873"/>
            <ac:spMk id="32" creationId="{C84AAC5D-AC45-A472-7C8C-3A0ED615E29C}"/>
          </ac:spMkLst>
        </pc:spChg>
        <pc:spChg chg="add del mod">
          <ac:chgData name="De Villafaina Moreno, Luis Antonio" userId="ac12add2-dd8d-45c9-af2d-de36f117d062" providerId="ADAL" clId="{DBE10DBC-23B0-44CF-BD2B-3AC7F04FF78C}" dt="2024-07-03T17:36:27.343" v="1246" actId="21"/>
          <ac:spMkLst>
            <pc:docMk/>
            <pc:sldMk cId="3215491238" sldId="256873"/>
            <ac:spMk id="33" creationId="{B5C399DC-1000-D487-2B0A-4508D7EC0938}"/>
          </ac:spMkLst>
        </pc:spChg>
        <pc:spChg chg="del mod">
          <ac:chgData name="De Villafaina Moreno, Luis Antonio" userId="ac12add2-dd8d-45c9-af2d-de36f117d062" providerId="ADAL" clId="{DBE10DBC-23B0-44CF-BD2B-3AC7F04FF78C}" dt="2024-07-03T14:33:37.996" v="116" actId="478"/>
          <ac:spMkLst>
            <pc:docMk/>
            <pc:sldMk cId="3215491238" sldId="256873"/>
            <ac:spMk id="36" creationId="{118E4E31-66BB-D137-2DDD-3B81D34DCE8C}"/>
          </ac:spMkLst>
        </pc:spChg>
        <pc:spChg chg="mod">
          <ac:chgData name="De Villafaina Moreno, Luis Antonio" userId="ac12add2-dd8d-45c9-af2d-de36f117d062" providerId="ADAL" clId="{DBE10DBC-23B0-44CF-BD2B-3AC7F04FF78C}" dt="2024-07-03T17:36:34.828" v="1300" actId="1038"/>
          <ac:spMkLst>
            <pc:docMk/>
            <pc:sldMk cId="3215491238" sldId="256873"/>
            <ac:spMk id="37" creationId="{8B58B65B-D406-9221-EB1A-3940BCB7A5D4}"/>
          </ac:spMkLst>
        </pc:spChg>
        <pc:spChg chg="mod">
          <ac:chgData name="De Villafaina Moreno, Luis Antonio" userId="ac12add2-dd8d-45c9-af2d-de36f117d062" providerId="ADAL" clId="{DBE10DBC-23B0-44CF-BD2B-3AC7F04FF78C}" dt="2024-07-03T17:36:34.828" v="1300" actId="1038"/>
          <ac:spMkLst>
            <pc:docMk/>
            <pc:sldMk cId="3215491238" sldId="256873"/>
            <ac:spMk id="38" creationId="{D1F6F5BE-D3BA-D8F0-6E2E-439B51278BC7}"/>
          </ac:spMkLst>
        </pc:spChg>
        <pc:spChg chg="mod">
          <ac:chgData name="De Villafaina Moreno, Luis Antonio" userId="ac12add2-dd8d-45c9-af2d-de36f117d062" providerId="ADAL" clId="{DBE10DBC-23B0-44CF-BD2B-3AC7F04FF78C}" dt="2024-07-03T17:36:34.828" v="1300" actId="1038"/>
          <ac:spMkLst>
            <pc:docMk/>
            <pc:sldMk cId="3215491238" sldId="256873"/>
            <ac:spMk id="39" creationId="{BEA906FB-9FEC-FBF8-CCB3-6259C89EB77B}"/>
          </ac:spMkLst>
        </pc:spChg>
        <pc:spChg chg="del">
          <ac:chgData name="De Villafaina Moreno, Luis Antonio" userId="ac12add2-dd8d-45c9-af2d-de36f117d062" providerId="ADAL" clId="{DBE10DBC-23B0-44CF-BD2B-3AC7F04FF78C}" dt="2024-07-03T17:36:27.343" v="1246" actId="21"/>
          <ac:spMkLst>
            <pc:docMk/>
            <pc:sldMk cId="3215491238" sldId="256873"/>
            <ac:spMk id="40" creationId="{7BCBD7D8-B952-986F-8FA1-1402366CD14F}"/>
          </ac:spMkLst>
        </pc:spChg>
        <pc:spChg chg="del mod">
          <ac:chgData name="De Villafaina Moreno, Luis Antonio" userId="ac12add2-dd8d-45c9-af2d-de36f117d062" providerId="ADAL" clId="{DBE10DBC-23B0-44CF-BD2B-3AC7F04FF78C}" dt="2024-07-03T17:36:27.343" v="1246" actId="21"/>
          <ac:spMkLst>
            <pc:docMk/>
            <pc:sldMk cId="3215491238" sldId="256873"/>
            <ac:spMk id="42" creationId="{BAA531F0-A1B4-307D-8C6D-C434C35AA54C}"/>
          </ac:spMkLst>
        </pc:spChg>
        <pc:spChg chg="del">
          <ac:chgData name="De Villafaina Moreno, Luis Antonio" userId="ac12add2-dd8d-45c9-af2d-de36f117d062" providerId="ADAL" clId="{DBE10DBC-23B0-44CF-BD2B-3AC7F04FF78C}" dt="2024-07-03T17:36:27.343" v="1246" actId="21"/>
          <ac:spMkLst>
            <pc:docMk/>
            <pc:sldMk cId="3215491238" sldId="256873"/>
            <ac:spMk id="43" creationId="{B98CF399-E833-E3A6-E6AA-08A163882C3A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47" creationId="{CAEF9A90-29A2-21EC-30A2-119E27A320F1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48" creationId="{58BCF3AD-80F2-48CA-3532-BA2E15CEA167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49" creationId="{7FB7DFF1-BBB0-952A-B77C-726E40A056F1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50" creationId="{D68F9E0C-A9A7-4F61-DD8F-611DD6D6E3D4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51" creationId="{8FCE89C6-666F-4184-6636-773D93B45D89}"/>
          </ac:spMkLst>
        </pc:spChg>
        <pc:picChg chg="del">
          <ac:chgData name="De Villafaina Moreno, Luis Antonio" userId="ac12add2-dd8d-45c9-af2d-de36f117d062" providerId="ADAL" clId="{DBE10DBC-23B0-44CF-BD2B-3AC7F04FF78C}" dt="2024-07-03T14:30:19.104" v="12" actId="478"/>
          <ac:picMkLst>
            <pc:docMk/>
            <pc:sldMk cId="3215491238" sldId="256873"/>
            <ac:picMk id="31" creationId="{C468A00F-1378-EEE0-2797-7441A3141034}"/>
          </ac:picMkLst>
        </pc:picChg>
        <pc:picChg chg="del mod">
          <ac:chgData name="De Villafaina Moreno, Luis Antonio" userId="ac12add2-dd8d-45c9-af2d-de36f117d062" providerId="ADAL" clId="{DBE10DBC-23B0-44CF-BD2B-3AC7F04FF78C}" dt="2024-07-03T14:30:26.180" v="17" actId="478"/>
          <ac:picMkLst>
            <pc:docMk/>
            <pc:sldMk cId="3215491238" sldId="256873"/>
            <ac:picMk id="34" creationId="{0E0BCE7B-FDFB-3950-1759-028AE5111EB6}"/>
          </ac:picMkLst>
        </pc:picChg>
        <pc:picChg chg="del">
          <ac:chgData name="De Villafaina Moreno, Luis Antonio" userId="ac12add2-dd8d-45c9-af2d-de36f117d062" providerId="ADAL" clId="{DBE10DBC-23B0-44CF-BD2B-3AC7F04FF78C}" dt="2024-07-03T14:30:19.920" v="13" actId="478"/>
          <ac:picMkLst>
            <pc:docMk/>
            <pc:sldMk cId="3215491238" sldId="256873"/>
            <ac:picMk id="35" creationId="{B0CCEB9A-7107-3957-D18F-8F8625A6224E}"/>
          </ac:picMkLst>
        </pc:picChg>
        <pc:picChg chg="del">
          <ac:chgData name="De Villafaina Moreno, Luis Antonio" userId="ac12add2-dd8d-45c9-af2d-de36f117d062" providerId="ADAL" clId="{DBE10DBC-23B0-44CF-BD2B-3AC7F04FF78C}" dt="2024-07-03T14:30:27.535" v="18" actId="478"/>
          <ac:picMkLst>
            <pc:docMk/>
            <pc:sldMk cId="3215491238" sldId="256873"/>
            <ac:picMk id="45" creationId="{054962A2-4418-64CB-B4E9-31E994375B1B}"/>
          </ac:picMkLst>
        </pc:picChg>
      </pc:sldChg>
      <pc:sldChg chg="ord">
        <pc:chgData name="De Villafaina Moreno, Luis Antonio" userId="ac12add2-dd8d-45c9-af2d-de36f117d062" providerId="ADAL" clId="{DBE10DBC-23B0-44CF-BD2B-3AC7F04FF78C}" dt="2024-07-03T16:33:00.937" v="672"/>
        <pc:sldMkLst>
          <pc:docMk/>
          <pc:sldMk cId="2558858613" sldId="256875"/>
        </pc:sldMkLst>
      </pc:sldChg>
      <pc:sldChg chg="modSp mod ord">
        <pc:chgData name="De Villafaina Moreno, Luis Antonio" userId="ac12add2-dd8d-45c9-af2d-de36f117d062" providerId="ADAL" clId="{DBE10DBC-23B0-44CF-BD2B-3AC7F04FF78C}" dt="2024-07-03T16:33:03.418" v="674"/>
        <pc:sldMkLst>
          <pc:docMk/>
          <pc:sldMk cId="1765347632" sldId="256876"/>
        </pc:sldMkLst>
        <pc:spChg chg="mod">
          <ac:chgData name="De Villafaina Moreno, Luis Antonio" userId="ac12add2-dd8d-45c9-af2d-de36f117d062" providerId="ADAL" clId="{DBE10DBC-23B0-44CF-BD2B-3AC7F04FF78C}" dt="2024-07-03T15:10:29.610" v="437" actId="1076"/>
          <ac:spMkLst>
            <pc:docMk/>
            <pc:sldMk cId="1765347632" sldId="256876"/>
            <ac:spMk id="6" creationId="{4B7FD505-1055-4EE5-CEB6-68B7F0320886}"/>
          </ac:spMkLst>
        </pc:spChg>
      </pc:sldChg>
      <pc:sldChg chg="addSp delSp modSp add del mod ord">
        <pc:chgData name="De Villafaina Moreno, Luis Antonio" userId="ac12add2-dd8d-45c9-af2d-de36f117d062" providerId="ADAL" clId="{DBE10DBC-23B0-44CF-BD2B-3AC7F04FF78C}" dt="2024-07-03T17:19:08.898" v="1115" actId="47"/>
        <pc:sldMkLst>
          <pc:docMk/>
          <pc:sldMk cId="1701933143" sldId="256877"/>
        </pc:sldMkLst>
        <pc:spChg chg="mod">
          <ac:chgData name="De Villafaina Moreno, Luis Antonio" userId="ac12add2-dd8d-45c9-af2d-de36f117d062" providerId="ADAL" clId="{DBE10DBC-23B0-44CF-BD2B-3AC7F04FF78C}" dt="2024-07-03T15:22:00.901" v="469" actId="20577"/>
          <ac:spMkLst>
            <pc:docMk/>
            <pc:sldMk cId="1701933143" sldId="256877"/>
            <ac:spMk id="2" creationId="{DB5A016F-DD88-868C-8DBC-72A2E466D626}"/>
          </ac:spMkLst>
        </pc:spChg>
        <pc:spChg chg="del">
          <ac:chgData name="De Villafaina Moreno, Luis Antonio" userId="ac12add2-dd8d-45c9-af2d-de36f117d062" providerId="ADAL" clId="{DBE10DBC-23B0-44CF-BD2B-3AC7F04FF78C}" dt="2024-07-03T15:20:00.991" v="441" actId="478"/>
          <ac:spMkLst>
            <pc:docMk/>
            <pc:sldMk cId="1701933143" sldId="256877"/>
            <ac:spMk id="3" creationId="{986D1622-77EF-8176-B30B-A73AA5CECED4}"/>
          </ac:spMkLst>
        </pc:spChg>
        <pc:spChg chg="del">
          <ac:chgData name="De Villafaina Moreno, Luis Antonio" userId="ac12add2-dd8d-45c9-af2d-de36f117d062" providerId="ADAL" clId="{DBE10DBC-23B0-44CF-BD2B-3AC7F04FF78C}" dt="2024-07-03T15:20:07.538" v="442" actId="478"/>
          <ac:spMkLst>
            <pc:docMk/>
            <pc:sldMk cId="1701933143" sldId="256877"/>
            <ac:spMk id="4" creationId="{6D1A27B8-8FB3-BAC8-CEEC-6782B5D2CFDF}"/>
          </ac:spMkLst>
        </pc:spChg>
        <pc:spChg chg="add mod">
          <ac:chgData name="De Villafaina Moreno, Luis Antonio" userId="ac12add2-dd8d-45c9-af2d-de36f117d062" providerId="ADAL" clId="{DBE10DBC-23B0-44CF-BD2B-3AC7F04FF78C}" dt="2024-07-03T15:24:21.949" v="641" actId="20577"/>
          <ac:spMkLst>
            <pc:docMk/>
            <pc:sldMk cId="1701933143" sldId="256877"/>
            <ac:spMk id="8" creationId="{DB4223AB-F76C-A4EA-A78F-6B0D091BF62C}"/>
          </ac:spMkLst>
        </pc:spChg>
        <pc:spChg chg="add mod">
          <ac:chgData name="De Villafaina Moreno, Luis Antonio" userId="ac12add2-dd8d-45c9-af2d-de36f117d062" providerId="ADAL" clId="{DBE10DBC-23B0-44CF-BD2B-3AC7F04FF78C}" dt="2024-07-03T15:24:01.296" v="585" actId="1076"/>
          <ac:spMkLst>
            <pc:docMk/>
            <pc:sldMk cId="1701933143" sldId="256877"/>
            <ac:spMk id="10" creationId="{579EAC67-5D18-FD8D-71AC-CB03E9975332}"/>
          </ac:spMkLst>
        </pc:spChg>
        <pc:spChg chg="add mod">
          <ac:chgData name="De Villafaina Moreno, Luis Antonio" userId="ac12add2-dd8d-45c9-af2d-de36f117d062" providerId="ADAL" clId="{DBE10DBC-23B0-44CF-BD2B-3AC7F04FF78C}" dt="2024-07-03T15:23:56.217" v="584" actId="1076"/>
          <ac:spMkLst>
            <pc:docMk/>
            <pc:sldMk cId="1701933143" sldId="256877"/>
            <ac:spMk id="11" creationId="{C06EE512-9B3F-9DB2-EC02-F9494690F98D}"/>
          </ac:spMkLst>
        </pc:spChg>
        <pc:picChg chg="add del mod">
          <ac:chgData name="De Villafaina Moreno, Luis Antonio" userId="ac12add2-dd8d-45c9-af2d-de36f117d062" providerId="ADAL" clId="{DBE10DBC-23B0-44CF-BD2B-3AC7F04FF78C}" dt="2024-07-03T15:21:39.276" v="451" actId="478"/>
          <ac:picMkLst>
            <pc:docMk/>
            <pc:sldMk cId="1701933143" sldId="256877"/>
            <ac:picMk id="5" creationId="{50867CE0-4195-C335-BEFE-8D87D30E2C95}"/>
          </ac:picMkLst>
        </pc:picChg>
        <pc:picChg chg="add mod">
          <ac:chgData name="De Villafaina Moreno, Luis Antonio" userId="ac12add2-dd8d-45c9-af2d-de36f117d062" providerId="ADAL" clId="{DBE10DBC-23B0-44CF-BD2B-3AC7F04FF78C}" dt="2024-07-03T15:23:50.985" v="581" actId="1076"/>
          <ac:picMkLst>
            <pc:docMk/>
            <pc:sldMk cId="1701933143" sldId="256877"/>
            <ac:picMk id="7" creationId="{4D8A153B-35E9-49F9-EA87-C032AB4CAA74}"/>
          </ac:picMkLst>
        </pc:picChg>
        <pc:picChg chg="del">
          <ac:chgData name="De Villafaina Moreno, Luis Antonio" userId="ac12add2-dd8d-45c9-af2d-de36f117d062" providerId="ADAL" clId="{DBE10DBC-23B0-44CF-BD2B-3AC7F04FF78C}" dt="2024-07-03T15:19:57.664" v="440" actId="478"/>
          <ac:picMkLst>
            <pc:docMk/>
            <pc:sldMk cId="1701933143" sldId="256877"/>
            <ac:picMk id="1026" creationId="{D08454D1-7E4A-3AA8-7522-3B0B4679DB4B}"/>
          </ac:picMkLst>
        </pc:picChg>
      </pc:sldChg>
      <pc:sldChg chg="addSp delSp modSp add del mod">
        <pc:chgData name="De Villafaina Moreno, Luis Antonio" userId="ac12add2-dd8d-45c9-af2d-de36f117d062" providerId="ADAL" clId="{DBE10DBC-23B0-44CF-BD2B-3AC7F04FF78C}" dt="2024-07-03T14:43:16.189" v="409" actId="47"/>
        <pc:sldMkLst>
          <pc:docMk/>
          <pc:sldMk cId="3572741121" sldId="256877"/>
        </pc:sldMkLst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" creationId="{B6C06AD6-C5DA-46EC-9912-4C25A781EA81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" creationId="{676BD2B1-6AAE-2F83-B23F-6F59F8B1306A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20" creationId="{B5F06CCF-4763-0EE4-89F5-1318451C6486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26" creationId="{D8971C67-B133-C05D-842D-E96DB45FC3FE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0" creationId="{6F7673B2-7493-66B0-701C-18B3803CCE02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2" creationId="{C84AAC5D-AC45-A472-7C8C-3A0ED615E29C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3" creationId="{B5C399DC-1000-D487-2B0A-4508D7EC0938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7" creationId="{8B58B65B-D406-9221-EB1A-3940BCB7A5D4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8" creationId="{D1F6F5BE-D3BA-D8F0-6E2E-439B51278BC7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9" creationId="{BEA906FB-9FEC-FBF8-CCB3-6259C89EB77B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0" creationId="{7BCBD7D8-B952-986F-8FA1-1402366CD14F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2" creationId="{BAA531F0-A1B4-307D-8C6D-C434C35AA54C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3" creationId="{B98CF399-E833-E3A6-E6AA-08A163882C3A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7" creationId="{CAEF9A90-29A2-21EC-30A2-119E27A320F1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8" creationId="{58BCF3AD-80F2-48CA-3532-BA2E15CEA167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9" creationId="{7FB7DFF1-BBB0-952A-B77C-726E40A056F1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50" creationId="{D68F9E0C-A9A7-4F61-DD8F-611DD6D6E3D4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51" creationId="{8FCE89C6-666F-4184-6636-773D93B45D89}"/>
          </ac:spMkLst>
        </pc:spChg>
        <pc:graphicFrameChg chg="add del mod modGraphic">
          <ac:chgData name="De Villafaina Moreno, Luis Antonio" userId="ac12add2-dd8d-45c9-af2d-de36f117d062" providerId="ADAL" clId="{DBE10DBC-23B0-44CF-BD2B-3AC7F04FF78C}" dt="2024-07-03T14:40:54.172" v="301" actId="478"/>
          <ac:graphicFrameMkLst>
            <pc:docMk/>
            <pc:sldMk cId="3572741121" sldId="256877"/>
            <ac:graphicFrameMk id="5" creationId="{6C6FF4A0-D2F6-4DDD-37A2-2E466327E688}"/>
          </ac:graphicFrameMkLst>
        </pc:graphicFrameChg>
      </pc:sldChg>
      <pc:sldChg chg="delSp add del mod ord">
        <pc:chgData name="De Villafaina Moreno, Luis Antonio" userId="ac12add2-dd8d-45c9-af2d-de36f117d062" providerId="ADAL" clId="{DBE10DBC-23B0-44CF-BD2B-3AC7F04FF78C}" dt="2024-07-03T17:19:26.379" v="1116" actId="47"/>
        <pc:sldMkLst>
          <pc:docMk/>
          <pc:sldMk cId="3294237117" sldId="256878"/>
        </pc:sldMkLst>
        <pc:picChg chg="del">
          <ac:chgData name="De Villafaina Moreno, Luis Antonio" userId="ac12add2-dd8d-45c9-af2d-de36f117d062" providerId="ADAL" clId="{DBE10DBC-23B0-44CF-BD2B-3AC7F04FF78C}" dt="2024-07-03T15:21:27.139" v="449" actId="478"/>
          <ac:picMkLst>
            <pc:docMk/>
            <pc:sldMk cId="3294237117" sldId="256878"/>
            <ac:picMk id="7" creationId="{4D8A153B-35E9-49F9-EA87-C032AB4CAA74}"/>
          </ac:picMkLst>
        </pc:picChg>
      </pc:sldChg>
      <pc:sldChg chg="delSp add mod">
        <pc:chgData name="De Villafaina Moreno, Luis Antonio" userId="ac12add2-dd8d-45c9-af2d-de36f117d062" providerId="ADAL" clId="{DBE10DBC-23B0-44CF-BD2B-3AC7F04FF78C}" dt="2024-07-03T17:31:10.936" v="1159" actId="478"/>
        <pc:sldMkLst>
          <pc:docMk/>
          <pc:sldMk cId="408795681" sldId="256879"/>
        </pc:sldMkLst>
        <pc:spChg chg="del">
          <ac:chgData name="De Villafaina Moreno, Luis Antonio" userId="ac12add2-dd8d-45c9-af2d-de36f117d062" providerId="ADAL" clId="{DBE10DBC-23B0-44CF-BD2B-3AC7F04FF78C}" dt="2024-07-03T17:31:10.936" v="1159" actId="478"/>
          <ac:spMkLst>
            <pc:docMk/>
            <pc:sldMk cId="408795681" sldId="256879"/>
            <ac:spMk id="6" creationId="{2C9CAB95-CF4D-089A-5859-5F4D76D5C94B}"/>
          </ac:spMkLst>
        </pc:spChg>
      </pc:sldChg>
      <pc:sldChg chg="addSp delSp modSp add del mod ord">
        <pc:chgData name="De Villafaina Moreno, Luis Antonio" userId="ac12add2-dd8d-45c9-af2d-de36f117d062" providerId="ADAL" clId="{DBE10DBC-23B0-44CF-BD2B-3AC7F04FF78C}" dt="2024-07-03T17:19:05.924" v="1114" actId="47"/>
        <pc:sldMkLst>
          <pc:docMk/>
          <pc:sldMk cId="436933068" sldId="256879"/>
        </pc:sldMkLst>
        <pc:spChg chg="mod">
          <ac:chgData name="De Villafaina Moreno, Luis Antonio" userId="ac12add2-dd8d-45c9-af2d-de36f117d062" providerId="ADAL" clId="{DBE10DBC-23B0-44CF-BD2B-3AC7F04FF78C}" dt="2024-07-03T16:42:09.388" v="861" actId="14100"/>
          <ac:spMkLst>
            <pc:docMk/>
            <pc:sldMk cId="436933068" sldId="256879"/>
            <ac:spMk id="3" creationId="{B98B8239-EAFD-D0DE-E48F-CC8D2DE76621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4" creationId="{5EBA86E0-6045-2FCE-720A-0DE0D555D456}"/>
          </ac:spMkLst>
        </pc:spChg>
        <pc:spChg chg="del">
          <ac:chgData name="De Villafaina Moreno, Luis Antonio" userId="ac12add2-dd8d-45c9-af2d-de36f117d062" providerId="ADAL" clId="{DBE10DBC-23B0-44CF-BD2B-3AC7F04FF78C}" dt="2024-07-03T16:41:13.024" v="850" actId="478"/>
          <ac:spMkLst>
            <pc:docMk/>
            <pc:sldMk cId="436933068" sldId="256879"/>
            <ac:spMk id="6" creationId="{62EC1BC0-559F-DCA3-EA18-62D3F8914A62}"/>
          </ac:spMkLst>
        </pc:spChg>
        <pc:spChg chg="add del">
          <ac:chgData name="De Villafaina Moreno, Luis Antonio" userId="ac12add2-dd8d-45c9-af2d-de36f117d062" providerId="ADAL" clId="{DBE10DBC-23B0-44CF-BD2B-3AC7F04FF78C}" dt="2024-07-03T16:40:48.742" v="845" actId="11529"/>
          <ac:spMkLst>
            <pc:docMk/>
            <pc:sldMk cId="436933068" sldId="256879"/>
            <ac:spMk id="7" creationId="{CA4CDE88-F8E5-D492-FBEC-30002CBF8FF1}"/>
          </ac:spMkLst>
        </pc:spChg>
        <pc:spChg chg="mod">
          <ac:chgData name="De Villafaina Moreno, Luis Antonio" userId="ac12add2-dd8d-45c9-af2d-de36f117d062" providerId="ADAL" clId="{DBE10DBC-23B0-44CF-BD2B-3AC7F04FF78C}" dt="2024-07-03T16:44:58.700" v="868" actId="1076"/>
          <ac:spMkLst>
            <pc:docMk/>
            <pc:sldMk cId="436933068" sldId="256879"/>
            <ac:spMk id="8" creationId="{992FDA92-C7D2-5598-79EC-C27B28AC2A3C}"/>
          </ac:spMkLst>
        </pc:spChg>
        <pc:spChg chg="mod">
          <ac:chgData name="De Villafaina Moreno, Luis Antonio" userId="ac12add2-dd8d-45c9-af2d-de36f117d062" providerId="ADAL" clId="{DBE10DBC-23B0-44CF-BD2B-3AC7F04FF78C}" dt="2024-07-03T16:42:18.083" v="866" actId="404"/>
          <ac:spMkLst>
            <pc:docMk/>
            <pc:sldMk cId="436933068" sldId="256879"/>
            <ac:spMk id="9" creationId="{CC37251A-1EF3-E3B6-AC07-F03E1C32E2BA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0" creationId="{AB4CEA9A-B944-03E8-DD84-F97448B29826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1" creationId="{8CF38146-78D3-D5E7-359E-535ACE63F86B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2" creationId="{675610FE-7E9C-8E8C-418E-582FCC1D74CD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3" creationId="{1C09B3B5-D8DD-0D15-43BF-E9DF5566DF98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4" creationId="{E7F52E78-A7D6-1D60-3D79-E5AE1F687B40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5" creationId="{D4330DCC-5D82-AFFB-C79C-5B4717959A30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6" creationId="{6BF477D7-CC85-5E09-7DF9-DA876DEBC2D5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7" creationId="{8260AA35-75F0-7081-B927-7357AB87EAB7}"/>
          </ac:spMkLst>
        </pc:spChg>
        <pc:picChg chg="del">
          <ac:chgData name="De Villafaina Moreno, Luis Antonio" userId="ac12add2-dd8d-45c9-af2d-de36f117d062" providerId="ADAL" clId="{DBE10DBC-23B0-44CF-BD2B-3AC7F04FF78C}" dt="2024-07-03T16:40:39.816" v="843" actId="478"/>
          <ac:picMkLst>
            <pc:docMk/>
            <pc:sldMk cId="436933068" sldId="256879"/>
            <ac:picMk id="5" creationId="{BC2EC107-EC6C-B025-978E-40A0631DD03A}"/>
          </ac:picMkLst>
        </pc:picChg>
        <pc:picChg chg="add mod">
          <ac:chgData name="De Villafaina Moreno, Luis Antonio" userId="ac12add2-dd8d-45c9-af2d-de36f117d062" providerId="ADAL" clId="{DBE10DBC-23B0-44CF-BD2B-3AC7F04FF78C}" dt="2024-07-03T16:45:49.026" v="878" actId="1076"/>
          <ac:picMkLst>
            <pc:docMk/>
            <pc:sldMk cId="436933068" sldId="256879"/>
            <ac:picMk id="18" creationId="{46F77C3D-4BA0-60A6-4973-C8BC02E76584}"/>
          </ac:picMkLst>
        </pc:picChg>
      </pc:sldChg>
      <pc:sldChg chg="addSp delSp modSp add mod">
        <pc:chgData name="De Villafaina Moreno, Luis Antonio" userId="ac12add2-dd8d-45c9-af2d-de36f117d062" providerId="ADAL" clId="{DBE10DBC-23B0-44CF-BD2B-3AC7F04FF78C}" dt="2024-07-03T17:31:57.882" v="1187" actId="20577"/>
        <pc:sldMkLst>
          <pc:docMk/>
          <pc:sldMk cId="1177809173" sldId="256891"/>
        </pc:sldMkLst>
        <pc:spChg chg="mod">
          <ac:chgData name="De Villafaina Moreno, Luis Antonio" userId="ac12add2-dd8d-45c9-af2d-de36f117d062" providerId="ADAL" clId="{DBE10DBC-23B0-44CF-BD2B-3AC7F04FF78C}" dt="2024-07-03T17:31:57.882" v="1187" actId="20577"/>
          <ac:spMkLst>
            <pc:docMk/>
            <pc:sldMk cId="1177809173" sldId="256891"/>
            <ac:spMk id="2" creationId="{DD8C1E67-554E-6138-F64F-4C55A35C59F4}"/>
          </ac:spMkLst>
        </pc:spChg>
        <pc:picChg chg="add del">
          <ac:chgData name="De Villafaina Moreno, Luis Antonio" userId="ac12add2-dd8d-45c9-af2d-de36f117d062" providerId="ADAL" clId="{DBE10DBC-23B0-44CF-BD2B-3AC7F04FF78C}" dt="2024-07-03T17:29:37.539" v="1154" actId="478"/>
          <ac:picMkLst>
            <pc:docMk/>
            <pc:sldMk cId="1177809173" sldId="256891"/>
            <ac:picMk id="5122" creationId="{580677C6-D739-AC77-D057-C271BA941AB3}"/>
          </ac:picMkLst>
        </pc:picChg>
      </pc:sldChg>
      <pc:sldChg chg="new del">
        <pc:chgData name="De Villafaina Moreno, Luis Antonio" userId="ac12add2-dd8d-45c9-af2d-de36f117d062" providerId="ADAL" clId="{DBE10DBC-23B0-44CF-BD2B-3AC7F04FF78C}" dt="2024-07-03T16:32:25.939" v="652" actId="47"/>
        <pc:sldMkLst>
          <pc:docMk/>
          <pc:sldMk cId="2627415051" sldId="256892"/>
        </pc:sldMkLst>
      </pc:sldChg>
      <pc:sldChg chg="delSp modSp add del mod">
        <pc:chgData name="De Villafaina Moreno, Luis Antonio" userId="ac12add2-dd8d-45c9-af2d-de36f117d062" providerId="ADAL" clId="{DBE10DBC-23B0-44CF-BD2B-3AC7F04FF78C}" dt="2024-07-03T18:24:09.724" v="1484" actId="47"/>
        <pc:sldMkLst>
          <pc:docMk/>
          <pc:sldMk cId="3210902987" sldId="256892"/>
        </pc:sldMkLst>
        <pc:spChg chg="mod">
          <ac:chgData name="De Villafaina Moreno, Luis Antonio" userId="ac12add2-dd8d-45c9-af2d-de36f117d062" providerId="ADAL" clId="{DBE10DBC-23B0-44CF-BD2B-3AC7F04FF78C}" dt="2024-07-03T16:32:54.600" v="670" actId="20577"/>
          <ac:spMkLst>
            <pc:docMk/>
            <pc:sldMk cId="3210902987" sldId="256892"/>
            <ac:spMk id="2" creationId="{DD8C1E67-554E-6138-F64F-4C55A35C59F4}"/>
          </ac:spMkLst>
        </pc:spChg>
        <pc:graphicFrameChg chg="del">
          <ac:chgData name="De Villafaina Moreno, Luis Antonio" userId="ac12add2-dd8d-45c9-af2d-de36f117d062" providerId="ADAL" clId="{DBE10DBC-23B0-44CF-BD2B-3AC7F04FF78C}" dt="2024-07-03T17:28:39.291" v="1152" actId="478"/>
          <ac:graphicFrameMkLst>
            <pc:docMk/>
            <pc:sldMk cId="3210902987" sldId="256892"/>
            <ac:graphicFrameMk id="24" creationId="{23FFC949-CB14-9AF5-F1F0-1521023F87EE}"/>
          </ac:graphicFrameMkLst>
        </pc:graphicFrameChg>
      </pc:sldChg>
      <pc:sldChg chg="new del">
        <pc:chgData name="De Villafaina Moreno, Luis Antonio" userId="ac12add2-dd8d-45c9-af2d-de36f117d062" providerId="ADAL" clId="{DBE10DBC-23B0-44CF-BD2B-3AC7F04FF78C}" dt="2024-07-03T16:33:26.150" v="678" actId="680"/>
        <pc:sldMkLst>
          <pc:docMk/>
          <pc:sldMk cId="502930881" sldId="256893"/>
        </pc:sldMkLst>
      </pc:sldChg>
      <pc:sldChg chg="new del">
        <pc:chgData name="De Villafaina Moreno, Luis Antonio" userId="ac12add2-dd8d-45c9-af2d-de36f117d062" providerId="ADAL" clId="{DBE10DBC-23B0-44CF-BD2B-3AC7F04FF78C}" dt="2024-07-03T16:32:25.939" v="652" actId="47"/>
        <pc:sldMkLst>
          <pc:docMk/>
          <pc:sldMk cId="2619509367" sldId="256893"/>
        </pc:sldMkLst>
      </pc:sldChg>
      <pc:sldChg chg="addSp delSp modSp add del mod">
        <pc:chgData name="De Villafaina Moreno, Luis Antonio" userId="ac12add2-dd8d-45c9-af2d-de36f117d062" providerId="ADAL" clId="{DBE10DBC-23B0-44CF-BD2B-3AC7F04FF78C}" dt="2024-07-03T17:19:03.462" v="1113" actId="47"/>
        <pc:sldMkLst>
          <pc:docMk/>
          <pc:sldMk cId="2655211899" sldId="256893"/>
        </pc:sldMkLst>
        <pc:spChg chg="mod">
          <ac:chgData name="De Villafaina Moreno, Luis Antonio" userId="ac12add2-dd8d-45c9-af2d-de36f117d062" providerId="ADAL" clId="{DBE10DBC-23B0-44CF-BD2B-3AC7F04FF78C}" dt="2024-07-03T16:36:11.590" v="842" actId="20577"/>
          <ac:spMkLst>
            <pc:docMk/>
            <pc:sldMk cId="2655211899" sldId="256893"/>
            <ac:spMk id="2" creationId="{DB5A016F-DD88-868C-8DBC-72A2E466D626}"/>
          </ac:spMkLst>
        </pc:spChg>
        <pc:spChg chg="del">
          <ac:chgData name="De Villafaina Moreno, Luis Antonio" userId="ac12add2-dd8d-45c9-af2d-de36f117d062" providerId="ADAL" clId="{DBE10DBC-23B0-44CF-BD2B-3AC7F04FF78C}" dt="2024-07-03T16:33:35.388" v="680" actId="478"/>
          <ac:spMkLst>
            <pc:docMk/>
            <pc:sldMk cId="2655211899" sldId="256893"/>
            <ac:spMk id="3" creationId="{986D1622-77EF-8176-B30B-A73AA5CECED4}"/>
          </ac:spMkLst>
        </pc:spChg>
        <pc:spChg chg="add del mod">
          <ac:chgData name="De Villafaina Moreno, Luis Antonio" userId="ac12add2-dd8d-45c9-af2d-de36f117d062" providerId="ADAL" clId="{DBE10DBC-23B0-44CF-BD2B-3AC7F04FF78C}" dt="2024-07-03T17:11:23.635" v="948" actId="478"/>
          <ac:spMkLst>
            <pc:docMk/>
            <pc:sldMk cId="2655211899" sldId="256893"/>
            <ac:spMk id="4" creationId="{2EBC76E4-9FF8-77CA-7187-75410B0BE516}"/>
          </ac:spMkLst>
        </pc:spChg>
        <pc:graphicFrameChg chg="add mod modGraphic">
          <ac:chgData name="De Villafaina Moreno, Luis Antonio" userId="ac12add2-dd8d-45c9-af2d-de36f117d062" providerId="ADAL" clId="{DBE10DBC-23B0-44CF-BD2B-3AC7F04FF78C}" dt="2024-07-03T17:14:33.685" v="1112" actId="20577"/>
          <ac:graphicFrameMkLst>
            <pc:docMk/>
            <pc:sldMk cId="2655211899" sldId="256893"/>
            <ac:graphicFrameMk id="5" creationId="{32F28437-176D-4333-7C85-EA236CDEE53A}"/>
          </ac:graphicFrameMkLst>
        </pc:graphicFrameChg>
      </pc:sldChg>
      <pc:sldChg chg="addSp delSp modSp add mod">
        <pc:chgData name="De Villafaina Moreno, Luis Antonio" userId="ac12add2-dd8d-45c9-af2d-de36f117d062" providerId="ADAL" clId="{DBE10DBC-23B0-44CF-BD2B-3AC7F04FF78C}" dt="2024-07-03T17:26:46.724" v="1149" actId="1076"/>
        <pc:sldMkLst>
          <pc:docMk/>
          <pc:sldMk cId="3088350448" sldId="256893"/>
        </pc:sldMkLst>
        <pc:spChg chg="mod">
          <ac:chgData name="De Villafaina Moreno, Luis Antonio" userId="ac12add2-dd8d-45c9-af2d-de36f117d062" providerId="ADAL" clId="{DBE10DBC-23B0-44CF-BD2B-3AC7F04FF78C}" dt="2024-07-03T17:20:46.279" v="1146" actId="6549"/>
          <ac:spMkLst>
            <pc:docMk/>
            <pc:sldMk cId="3088350448" sldId="256893"/>
            <ac:spMk id="2" creationId="{DB5A016F-DD88-868C-8DBC-72A2E466D626}"/>
          </ac:spMkLst>
        </pc:spChg>
        <pc:spChg chg="del">
          <ac:chgData name="De Villafaina Moreno, Luis Antonio" userId="ac12add2-dd8d-45c9-af2d-de36f117d062" providerId="ADAL" clId="{DBE10DBC-23B0-44CF-BD2B-3AC7F04FF78C}" dt="2024-07-03T17:20:34.001" v="1118" actId="478"/>
          <ac:spMkLst>
            <pc:docMk/>
            <pc:sldMk cId="3088350448" sldId="256893"/>
            <ac:spMk id="3" creationId="{986D1622-77EF-8176-B30B-A73AA5CECED4}"/>
          </ac:spMkLst>
        </pc:spChg>
        <pc:picChg chg="add mod">
          <ac:chgData name="De Villafaina Moreno, Luis Antonio" userId="ac12add2-dd8d-45c9-af2d-de36f117d062" providerId="ADAL" clId="{DBE10DBC-23B0-44CF-BD2B-3AC7F04FF78C}" dt="2024-07-03T17:26:46.724" v="1149" actId="1076"/>
          <ac:picMkLst>
            <pc:docMk/>
            <pc:sldMk cId="3088350448" sldId="256893"/>
            <ac:picMk id="2050" creationId="{19BF2B64-0A9D-6840-C38B-47DFFDA2645A}"/>
          </ac:picMkLst>
        </pc:picChg>
      </pc:sldChg>
      <pc:sldChg chg="add">
        <pc:chgData name="De Villafaina Moreno, Luis Antonio" userId="ac12add2-dd8d-45c9-af2d-de36f117d062" providerId="ADAL" clId="{DBE10DBC-23B0-44CF-BD2B-3AC7F04FF78C}" dt="2024-07-03T17:29:58.714" v="1155"/>
        <pc:sldMkLst>
          <pc:docMk/>
          <pc:sldMk cId="1142586030" sldId="256894"/>
        </pc:sldMkLst>
      </pc:sldChg>
      <pc:sldChg chg="new del">
        <pc:chgData name="De Villafaina Moreno, Luis Antonio" userId="ac12add2-dd8d-45c9-af2d-de36f117d062" providerId="ADAL" clId="{DBE10DBC-23B0-44CF-BD2B-3AC7F04FF78C}" dt="2024-07-03T16:32:25.939" v="652" actId="47"/>
        <pc:sldMkLst>
          <pc:docMk/>
          <pc:sldMk cId="2137105757" sldId="256894"/>
        </pc:sldMkLst>
      </pc:sldChg>
      <pc:sldChg chg="add">
        <pc:chgData name="De Villafaina Moreno, Luis Antonio" userId="ac12add2-dd8d-45c9-af2d-de36f117d062" providerId="ADAL" clId="{DBE10DBC-23B0-44CF-BD2B-3AC7F04FF78C}" dt="2024-07-03T17:30:12.001" v="1156"/>
        <pc:sldMkLst>
          <pc:docMk/>
          <pc:sldMk cId="1351868615" sldId="256895"/>
        </pc:sldMkLst>
      </pc:sldChg>
      <pc:sldChg chg="add">
        <pc:chgData name="De Villafaina Moreno, Luis Antonio" userId="ac12add2-dd8d-45c9-af2d-de36f117d062" providerId="ADAL" clId="{DBE10DBC-23B0-44CF-BD2B-3AC7F04FF78C}" dt="2024-07-03T17:30:30.706" v="1158"/>
        <pc:sldMkLst>
          <pc:docMk/>
          <pc:sldMk cId="1701933143" sldId="256896"/>
        </pc:sldMkLst>
      </pc:sldChg>
      <pc:sldChg chg="add del">
        <pc:chgData name="De Villafaina Moreno, Luis Antonio" userId="ac12add2-dd8d-45c9-af2d-de36f117d062" providerId="ADAL" clId="{DBE10DBC-23B0-44CF-BD2B-3AC7F04FF78C}" dt="2024-07-03T18:23:57.620" v="1483" actId="47"/>
        <pc:sldMkLst>
          <pc:docMk/>
          <pc:sldMk cId="0" sldId="256897"/>
        </pc:sldMkLst>
      </pc:sldChg>
      <pc:sldChg chg="add del ord">
        <pc:chgData name="De Villafaina Moreno, Luis Antonio" userId="ac12add2-dd8d-45c9-af2d-de36f117d062" providerId="ADAL" clId="{DBE10DBC-23B0-44CF-BD2B-3AC7F04FF78C}" dt="2024-07-03T17:32:50.696" v="1193" actId="47"/>
        <pc:sldMkLst>
          <pc:docMk/>
          <pc:sldMk cId="1236166328" sldId="256897"/>
        </pc:sldMkLst>
      </pc:sldChg>
      <pc:sldMasterChg chg="delSldLayout">
        <pc:chgData name="De Villafaina Moreno, Luis Antonio" userId="ac12add2-dd8d-45c9-af2d-de36f117d062" providerId="ADAL" clId="{DBE10DBC-23B0-44CF-BD2B-3AC7F04FF78C}" dt="2024-07-03T18:23:57.620" v="1483" actId="47"/>
        <pc:sldMasterMkLst>
          <pc:docMk/>
          <pc:sldMasterMk cId="23732496" sldId="2147483667"/>
        </pc:sldMasterMkLst>
        <pc:sldLayoutChg chg="del">
          <pc:chgData name="De Villafaina Moreno, Luis Antonio" userId="ac12add2-dd8d-45c9-af2d-de36f117d062" providerId="ADAL" clId="{DBE10DBC-23B0-44CF-BD2B-3AC7F04FF78C}" dt="2024-07-03T18:23:57.620" v="1483" actId="47"/>
          <pc:sldLayoutMkLst>
            <pc:docMk/>
            <pc:sldMasterMk cId="23732496" sldId="2147483667"/>
            <pc:sldLayoutMk cId="2145968061" sldId="2147483668"/>
          </pc:sldLayoutMkLst>
        </pc:sldLayoutChg>
      </pc:sldMasterChg>
      <pc:sldMasterChg chg="delSldLayout">
        <pc:chgData name="De Villafaina Moreno, Luis Antonio" userId="ac12add2-dd8d-45c9-af2d-de36f117d062" providerId="ADAL" clId="{DBE10DBC-23B0-44CF-BD2B-3AC7F04FF78C}" dt="2024-07-03T17:32:17.042" v="1188" actId="47"/>
        <pc:sldMasterMkLst>
          <pc:docMk/>
          <pc:sldMasterMk cId="2248361766" sldId="2147483685"/>
        </pc:sldMasterMkLst>
        <pc:sldLayoutChg chg="del">
          <pc:chgData name="De Villafaina Moreno, Luis Antonio" userId="ac12add2-dd8d-45c9-af2d-de36f117d062" providerId="ADAL" clId="{DBE10DBC-23B0-44CF-BD2B-3AC7F04FF78C}" dt="2024-07-03T17:32:17.042" v="1188" actId="47"/>
          <pc:sldLayoutMkLst>
            <pc:docMk/>
            <pc:sldMasterMk cId="2248361766" sldId="2147483685"/>
            <pc:sldLayoutMk cId="3705456433" sldId="214748369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1B594C-0463-4CFE-9216-90B43449E6C3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4E8C00-4FF0-4F63-ADE8-3842858E8E5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802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a de destacad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" name="Rectángulo 6"/>
          <p:cNvSpPr/>
          <p:nvPr/>
        </p:nvSpPr>
        <p:spPr>
          <a:xfrm>
            <a:off x="6581436" y="0"/>
            <a:ext cx="5610568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" name="Texto del título"/>
          <p:cNvSpPr txBox="1">
            <a:spLocks noGrp="1"/>
          </p:cNvSpPr>
          <p:nvPr>
            <p:ph type="title"/>
          </p:nvPr>
        </p:nvSpPr>
        <p:spPr>
          <a:xfrm>
            <a:off x="701698" y="2357756"/>
            <a:ext cx="3501431" cy="200471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>
                <a:solidFill>
                  <a:schemeClr val="accent6"/>
                </a:solidFill>
              </a:defRPr>
            </a:lvl1pPr>
          </a:lstStyle>
          <a:p>
            <a:r>
              <a:t>Texto del título</a:t>
            </a:r>
          </a:p>
        </p:txBody>
      </p:sp>
      <p:sp>
        <p:nvSpPr>
          <p:cNvPr id="54" name="Picture Placeholder 4"/>
          <p:cNvSpPr>
            <a:spLocks noGrp="1"/>
          </p:cNvSpPr>
          <p:nvPr>
            <p:ph type="pic" sz="quarter" idx="21"/>
          </p:nvPr>
        </p:nvSpPr>
        <p:spPr>
          <a:xfrm>
            <a:off x="4686300" y="0"/>
            <a:ext cx="1905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4E033685-77BB-81A3-F3FA-C5E30A4A2C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  <p:sp>
        <p:nvSpPr>
          <p:cNvPr id="5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06895439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Diapositiva de destacad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" name="Rectángulo 6"/>
          <p:cNvSpPr/>
          <p:nvPr/>
        </p:nvSpPr>
        <p:spPr>
          <a:xfrm>
            <a:off x="6581436" y="0"/>
            <a:ext cx="5610568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" name="Texto del título"/>
          <p:cNvSpPr txBox="1">
            <a:spLocks noGrp="1"/>
          </p:cNvSpPr>
          <p:nvPr>
            <p:ph type="title"/>
          </p:nvPr>
        </p:nvSpPr>
        <p:spPr>
          <a:xfrm>
            <a:off x="701698" y="2357756"/>
            <a:ext cx="3501431" cy="200471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>
                <a:solidFill>
                  <a:schemeClr val="accent6"/>
                </a:solidFill>
              </a:defRPr>
            </a:lvl1pPr>
          </a:lstStyle>
          <a:p>
            <a:r>
              <a:t>Texto del título</a:t>
            </a:r>
          </a:p>
        </p:txBody>
      </p:sp>
      <p:sp>
        <p:nvSpPr>
          <p:cNvPr id="54" name="Picture Placeholder 4"/>
          <p:cNvSpPr>
            <a:spLocks noGrp="1"/>
          </p:cNvSpPr>
          <p:nvPr>
            <p:ph type="pic" sz="quarter" idx="21"/>
          </p:nvPr>
        </p:nvSpPr>
        <p:spPr>
          <a:xfrm>
            <a:off x="4686300" y="0"/>
            <a:ext cx="1905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76A4052-62CF-DEAB-7FFA-C30D5E55CE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488656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ángulo 4"/>
          <p:cNvSpPr/>
          <p:nvPr/>
        </p:nvSpPr>
        <p:spPr>
          <a:xfrm>
            <a:off x="0" y="2523536"/>
            <a:ext cx="12192000" cy="4351742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88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-4070" y="0"/>
            <a:ext cx="12200138" cy="254471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2DF0212F-24A1-9FAE-D95D-6D5C050887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490325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Gráfico y conteni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" name="Rectángulo 6"/>
          <p:cNvSpPr/>
          <p:nvPr/>
        </p:nvSpPr>
        <p:spPr>
          <a:xfrm>
            <a:off x="4679998" y="0"/>
            <a:ext cx="7511999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" name="Texto del título"/>
          <p:cNvSpPr txBox="1">
            <a:spLocks noGrp="1"/>
          </p:cNvSpPr>
          <p:nvPr>
            <p:ph type="title"/>
          </p:nvPr>
        </p:nvSpPr>
        <p:spPr>
          <a:xfrm>
            <a:off x="863600" y="881062"/>
            <a:ext cx="2725887" cy="948933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11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43086" y="1849435"/>
            <a:ext cx="2993828" cy="188471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13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A9FCDD6-A06C-BC94-EF85-217E5815E02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989603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Gráfico y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ángulo 3"/>
          <p:cNvSpPr/>
          <p:nvPr/>
        </p:nvSpPr>
        <p:spPr>
          <a:xfrm>
            <a:off x="7511998" y="0"/>
            <a:ext cx="4680003" cy="6858000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1" name="Texto del título"/>
          <p:cNvSpPr txBox="1">
            <a:spLocks noGrp="1"/>
          </p:cNvSpPr>
          <p:nvPr>
            <p:ph type="title"/>
          </p:nvPr>
        </p:nvSpPr>
        <p:spPr>
          <a:xfrm>
            <a:off x="8064500" y="1763534"/>
            <a:ext cx="2656733" cy="955041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r>
              <a:t>Texto del título</a:t>
            </a:r>
          </a:p>
        </p:txBody>
      </p:sp>
      <p:sp>
        <p:nvSpPr>
          <p:cNvPr id="122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077200" y="2725735"/>
            <a:ext cx="3017890" cy="2597280"/>
          </a:xfrm>
          <a:prstGeom prst="rect">
            <a:avLst/>
          </a:prstGeom>
        </p:spPr>
        <p:txBody>
          <a:bodyPr/>
          <a:lstStyle>
            <a:lvl1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1pPr>
            <a:lvl2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2pPr>
            <a:lvl3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3pPr>
            <a:lvl4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4pPr>
            <a:lvl5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C763C307-1CAF-78ED-81C2-36EC4EC624F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9" t="35460" r="8485" b="37302"/>
          <a:stretch/>
        </p:blipFill>
        <p:spPr>
          <a:xfrm>
            <a:off x="464802" y="5944091"/>
            <a:ext cx="1172087" cy="514106"/>
          </a:xfrm>
          <a:prstGeom prst="rect">
            <a:avLst/>
          </a:prstGeom>
        </p:spPr>
      </p:pic>
      <p:sp>
        <p:nvSpPr>
          <p:cNvPr id="124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3140492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y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ángulo 4"/>
          <p:cNvSpPr/>
          <p:nvPr/>
        </p:nvSpPr>
        <p:spPr>
          <a:xfrm>
            <a:off x="0" y="3168481"/>
            <a:ext cx="12192000" cy="3689519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76" name="Texto del título"/>
          <p:cNvSpPr txBox="1">
            <a:spLocks noGrp="1"/>
          </p:cNvSpPr>
          <p:nvPr>
            <p:ph type="title"/>
          </p:nvPr>
        </p:nvSpPr>
        <p:spPr>
          <a:xfrm>
            <a:off x="838199" y="949325"/>
            <a:ext cx="6422977" cy="698652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77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6" y="1645398"/>
            <a:ext cx="6880436" cy="1403388"/>
          </a:xfrm>
          <a:prstGeom prst="rect">
            <a:avLst/>
          </a:prstGeom>
        </p:spPr>
        <p:txBody>
          <a:bodyPr anchor="ctr"/>
          <a:lstStyle>
            <a:lvl1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1pPr>
            <a:lvl2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2pPr>
            <a:lvl3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3pPr>
            <a:lvl4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4pPr>
            <a:lvl5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78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8056257" y="0"/>
            <a:ext cx="4135745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9830BA7D-8D14-F998-A8C5-1CCCD90C3A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86433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ángulo 4"/>
          <p:cNvSpPr/>
          <p:nvPr/>
        </p:nvSpPr>
        <p:spPr>
          <a:xfrm>
            <a:off x="0" y="-1"/>
            <a:ext cx="12192000" cy="980904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98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86" y="5987989"/>
            <a:ext cx="821939" cy="35995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o del título"/>
          <p:cNvSpPr txBox="1">
            <a:spLocks noGrp="1"/>
          </p:cNvSpPr>
          <p:nvPr>
            <p:ph type="title"/>
          </p:nvPr>
        </p:nvSpPr>
        <p:spPr>
          <a:xfrm>
            <a:off x="548386" y="160730"/>
            <a:ext cx="6422977" cy="698652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0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B406C63A-6FDC-AA8F-5B20-A37FEDF798F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9" t="35460" r="8485" b="37302"/>
          <a:stretch/>
        </p:blipFill>
        <p:spPr>
          <a:xfrm>
            <a:off x="464802" y="5944091"/>
            <a:ext cx="1172087" cy="51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13433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87E7B4FF-1FD2-0FF2-78BA-DA609228946F}"/>
              </a:ext>
            </a:extLst>
          </p:cNvPr>
          <p:cNvSpPr/>
          <p:nvPr userDrawn="1"/>
        </p:nvSpPr>
        <p:spPr>
          <a:xfrm>
            <a:off x="0" y="909783"/>
            <a:ext cx="12192000" cy="160731"/>
          </a:xfrm>
          <a:prstGeom prst="rect">
            <a:avLst/>
          </a:prstGeom>
          <a:solidFill>
            <a:schemeClr val="accent2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ES" sz="2800" b="0" i="0" u="none" strike="noStrike" cap="none" spc="0" normalizeH="0" baseline="0">
              <a:ln>
                <a:noFill/>
              </a:ln>
              <a:solidFill>
                <a:schemeClr val="accent6"/>
              </a:solidFill>
              <a:effectLst/>
              <a:uFillTx/>
              <a:latin typeface="+mn-lt"/>
              <a:ea typeface="+mn-ea"/>
              <a:cs typeface="+mn-cs"/>
              <a:sym typeface="Montserrat Semi Bold"/>
            </a:endParaRPr>
          </a:p>
        </p:txBody>
      </p:sp>
      <p:sp>
        <p:nvSpPr>
          <p:cNvPr id="97" name="Rectángulo 4"/>
          <p:cNvSpPr/>
          <p:nvPr/>
        </p:nvSpPr>
        <p:spPr>
          <a:xfrm>
            <a:off x="0" y="-1"/>
            <a:ext cx="12192000" cy="980904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98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86" y="5987989"/>
            <a:ext cx="821939" cy="35995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o del título"/>
          <p:cNvSpPr txBox="1">
            <a:spLocks noGrp="1"/>
          </p:cNvSpPr>
          <p:nvPr>
            <p:ph type="title"/>
          </p:nvPr>
        </p:nvSpPr>
        <p:spPr>
          <a:xfrm>
            <a:off x="548386" y="160730"/>
            <a:ext cx="6422977" cy="69865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rPr dirty="0" err="1"/>
              <a:t>Texto</a:t>
            </a:r>
            <a:r>
              <a:rPr dirty="0"/>
              <a:t> del </a:t>
            </a:r>
            <a:r>
              <a:rPr dirty="0" err="1"/>
              <a:t>título</a:t>
            </a:r>
            <a:endParaRPr dirty="0"/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AA6581F3-8269-22BD-79E9-9544AF3269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9821097" y="109716"/>
            <a:ext cx="1901651" cy="80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78021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2510000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o del título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lnSpc>
                <a:spcPct val="90000"/>
              </a:lnSpc>
              <a:defRPr sz="60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39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6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0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800" y="6220144"/>
            <a:ext cx="612682" cy="637537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8852570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o del título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lIns="45718" tIns="45718" rIns="45718" bIns="45718" anchor="b"/>
          <a:lstStyle>
            <a:lvl1pPr algn="ctr">
              <a:lnSpc>
                <a:spcPct val="90000"/>
              </a:lnSpc>
              <a:defRPr sz="60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48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4"/>
          </a:xfrm>
          <a:prstGeom prst="rect">
            <a:avLst/>
          </a:prstGeom>
        </p:spPr>
        <p:txBody>
          <a:bodyPr lIns="45718" tIns="45718" rIns="45718" bIns="45718"/>
          <a:lstStyle>
            <a:lvl1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9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58093145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o del título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57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 lIns="45718" tIns="45718" rIns="45718" bIns="45718"/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23900" indent="-2667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234438" indent="-320038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727200" indent="-355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184400" indent="-355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5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1343063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66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90" cy="823914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67" name="Marcador de texto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</p:spPr>
        <p:txBody>
          <a:bodyPr lIns="45718" tIns="45718" rIns="45718" bIns="45718" anchor="b"/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9045319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defRPr sz="32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84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45718" tIns="45718" rIns="45718" bIns="45718"/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18457" indent="-261257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219200" indent="-3048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737360" indent="-36576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194560" indent="-36576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85" name="Marcador de texto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 lIns="45718" tIns="45718" rIns="45718" bIns="45718"/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584854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defRPr sz="32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94" name="Marcador de imagen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5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40" cy="3811588"/>
          </a:xfrm>
          <a:prstGeom prst="rect">
            <a:avLst/>
          </a:prstGeom>
        </p:spPr>
        <p:txBody>
          <a:bodyPr lIns="45718" tIns="45718" rIns="45718" bIns="45718"/>
          <a:lstStyle>
            <a:lvl1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9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03382209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9889" y="211328"/>
            <a:ext cx="11012220" cy="4521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29708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31331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10111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2842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24754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o del título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7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8393031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1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3" name="Imagen 6" descr="Imagen 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3513" y="5938122"/>
            <a:ext cx="1220012" cy="530360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exto del título"/>
          <p:cNvSpPr txBox="1">
            <a:spLocks noGrp="1"/>
          </p:cNvSpPr>
          <p:nvPr>
            <p:ph type="title"/>
          </p:nvPr>
        </p:nvSpPr>
        <p:spPr>
          <a:xfrm>
            <a:off x="609600" y="274637"/>
            <a:ext cx="10972800" cy="1325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Texto del título</a:t>
            </a:r>
          </a:p>
        </p:txBody>
      </p:sp>
      <p:sp>
        <p:nvSpPr>
          <p:cNvPr id="5" name="Nivel de texto 1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8737600" y="6037582"/>
            <a:ext cx="2844800" cy="637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lnSpc>
                <a:spcPct val="80000"/>
              </a:lnSpc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3" r:id="rId14"/>
    <p:sldLayoutId id="2147483684" r:id="rId15"/>
  </p:sldLayoutIdLst>
  <p:transition spd="med"/>
  <p:hf sldNum="0" hdr="0" ftr="0" dt="0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9pPr>
    </p:bodyStyle>
    <p:otherStyle>
      <a:lvl1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1pPr>
      <a:lvl2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2pPr>
      <a:lvl3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3pPr>
      <a:lvl4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4pPr>
      <a:lvl5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5pPr>
      <a:lvl6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6pPr>
      <a:lvl7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7pPr>
      <a:lvl8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8pPr>
      <a:lvl9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8822690" cy="889000"/>
          </a:xfrm>
          <a:custGeom>
            <a:avLst/>
            <a:gdLst/>
            <a:ahLst/>
            <a:cxnLst/>
            <a:rect l="l" t="t" r="r" b="b"/>
            <a:pathLst>
              <a:path w="8822690" h="889000">
                <a:moveTo>
                  <a:pt x="0" y="888491"/>
                </a:moveTo>
                <a:lnTo>
                  <a:pt x="8822436" y="888491"/>
                </a:lnTo>
                <a:lnTo>
                  <a:pt x="8822436" y="0"/>
                </a:lnTo>
                <a:lnTo>
                  <a:pt x="0" y="0"/>
                </a:lnTo>
                <a:lnTo>
                  <a:pt x="0" y="888491"/>
                </a:lnTo>
                <a:close/>
              </a:path>
            </a:pathLst>
          </a:custGeom>
          <a:solidFill>
            <a:srgbClr val="00253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930639" y="0"/>
            <a:ext cx="3261360" cy="890269"/>
          </a:xfrm>
          <a:custGeom>
            <a:avLst/>
            <a:gdLst/>
            <a:ahLst/>
            <a:cxnLst/>
            <a:rect l="l" t="t" r="r" b="b"/>
            <a:pathLst>
              <a:path w="3261359" h="890269">
                <a:moveTo>
                  <a:pt x="0" y="890015"/>
                </a:moveTo>
                <a:lnTo>
                  <a:pt x="3261359" y="890015"/>
                </a:lnTo>
                <a:lnTo>
                  <a:pt x="3261359" y="0"/>
                </a:lnTo>
                <a:lnTo>
                  <a:pt x="0" y="0"/>
                </a:lnTo>
                <a:lnTo>
                  <a:pt x="0" y="890015"/>
                </a:lnTo>
                <a:close/>
              </a:path>
            </a:pathLst>
          </a:custGeom>
          <a:solidFill>
            <a:srgbClr val="9BCA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012179" y="0"/>
            <a:ext cx="4215765" cy="890269"/>
          </a:xfrm>
          <a:custGeom>
            <a:avLst/>
            <a:gdLst/>
            <a:ahLst/>
            <a:cxnLst/>
            <a:rect l="l" t="t" r="r" b="b"/>
            <a:pathLst>
              <a:path w="4215765" h="890269">
                <a:moveTo>
                  <a:pt x="4215167" y="0"/>
                </a:moveTo>
                <a:lnTo>
                  <a:pt x="1154192" y="0"/>
                </a:lnTo>
                <a:lnTo>
                  <a:pt x="0" y="890015"/>
                </a:lnTo>
                <a:lnTo>
                  <a:pt x="3070987" y="890015"/>
                </a:lnTo>
                <a:lnTo>
                  <a:pt x="4215167" y="0"/>
                </a:lnTo>
                <a:close/>
              </a:path>
            </a:pathLst>
          </a:custGeom>
          <a:solidFill>
            <a:srgbClr val="00253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543032" y="126492"/>
            <a:ext cx="1420368" cy="617219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6095999" y="0"/>
            <a:ext cx="4114800" cy="889000"/>
          </a:xfrm>
          <a:custGeom>
            <a:avLst/>
            <a:gdLst/>
            <a:ahLst/>
            <a:cxnLst/>
            <a:rect l="l" t="t" r="r" b="b"/>
            <a:pathLst>
              <a:path w="4114800" h="889000">
                <a:moveTo>
                  <a:pt x="4114800" y="0"/>
                </a:moveTo>
                <a:lnTo>
                  <a:pt x="2986913" y="0"/>
                </a:lnTo>
                <a:lnTo>
                  <a:pt x="1260475" y="0"/>
                </a:lnTo>
                <a:lnTo>
                  <a:pt x="1131061" y="1016"/>
                </a:lnTo>
                <a:lnTo>
                  <a:pt x="0" y="888491"/>
                </a:lnTo>
                <a:lnTo>
                  <a:pt x="2992374" y="888491"/>
                </a:lnTo>
                <a:lnTo>
                  <a:pt x="4114800" y="0"/>
                </a:lnTo>
                <a:close/>
              </a:path>
            </a:pathLst>
          </a:custGeom>
          <a:solidFill>
            <a:srgbClr val="234B5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81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424995" y="1946851"/>
            <a:ext cx="6077584" cy="34455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8361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2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globe_white.png"/><Relationship Id="rId3" Type="http://schemas.openxmlformats.org/officeDocument/2006/relationships/image" Target="../media/icon_puzzle_white.png"/><Relationship Id="rId4" Type="http://schemas.openxmlformats.org/officeDocument/2006/relationships/image" Target="../media/icon_usersclock_white.png"/><Relationship Id="rId5" Type="http://schemas.openxmlformats.org/officeDocument/2006/relationships/image" Target="../media/icon_check_white.png"/><Relationship Id="rId6" Type="http://schemas.openxmlformats.org/officeDocument/2006/relationships/image" Target="../media/icon_check_white.png"/><Relationship Id="rId7" Type="http://schemas.openxmlformats.org/officeDocument/2006/relationships/image" Target="../media/icon_check_white.png"/><Relationship Id="rId8" Type="http://schemas.openxmlformats.org/officeDocument/2006/relationships/image" Target="../media/icon_check_whit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ángulo 5"/>
          <p:cNvSpPr/>
          <p:nvPr/>
        </p:nvSpPr>
        <p:spPr>
          <a:xfrm>
            <a:off x="0" y="0"/>
            <a:ext cx="6726805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38" name="Rectángulo 6"/>
          <p:cNvSpPr/>
          <p:nvPr/>
        </p:nvSpPr>
        <p:spPr>
          <a:xfrm>
            <a:off x="6576000" y="0"/>
            <a:ext cx="4680003" cy="6858000"/>
          </a:xfrm>
          <a:prstGeom prst="rect">
            <a:avLst/>
          </a:prstGeom>
          <a:solidFill>
            <a:srgbClr val="00263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39" name="Rectángulo 7"/>
          <p:cNvSpPr/>
          <p:nvPr/>
        </p:nvSpPr>
        <p:spPr>
          <a:xfrm>
            <a:off x="11255998" y="0"/>
            <a:ext cx="936003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41" name="Título"/>
          <p:cNvSpPr txBox="1">
            <a:spLocks noGrp="1"/>
          </p:cNvSpPr>
          <p:nvPr>
            <p:ph type="title"/>
          </p:nvPr>
        </p:nvSpPr>
        <p:spPr>
          <a:xfrm>
            <a:off x="270316" y="4114800"/>
            <a:ext cx="6219959" cy="2103120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3600">
                <a:solidFill>
                  <a:srgbClr val="00263A"/>
                </a:solidFill>
                <a:latin typeface="Montserrat Bold"/>
                <a:ea typeface="Montserrat Bold"/>
                <a:cs typeface="Montserrat Bold"/>
                <a:sym typeface="Montserrat Bold"/>
              </a:defRPr>
            </a:pPr>
            <a:r>
              <a:rPr sz="3300" b="1" i="0">
                <a:solidFill>
                  <a:srgbClr val="00263A"/>
                </a:solidFill>
                <a:latin typeface="Montserrat"/>
              </a:rPr>
              <a:t>Planificación de Packaging</a:t>
            </a:r>
            <a:endParaRPr lang="en-US" sz="2000" dirty="0"/>
          </a:p>
          <a:p>
            <a:pPr algn="l">
              <a:lnSpc>
                <a:spcPct val="105000"/>
              </a:lnSpc>
              <a:buNone/>
            </a:pPr>
            <a:r>
              <a:rPr sz="1500" b="0" i="1">
                <a:solidFill>
                  <a:srgbClr val="244C5A"/>
                </a:solidFill>
                <a:latin typeface="Montserrat"/>
              </a:rPr>
              <a:t>Mejoras realizadas y próximos pasos por planta</a:t>
            </a:r>
          </a:p>
          <a:p>
            <a:pPr algn="l">
              <a:lnSpc>
                <a:spcPct val="105000"/>
              </a:lnSpc>
              <a:spcBef>
                <a:spcPts val="900"/>
              </a:spcBef>
              <a:buNone/>
            </a:pPr>
            <a:r>
              <a:rPr lang="es-ES" sz="1100" b="1" i="0" spc="60">
                <a:solidFill>
                  <a:srgbClr val="244C5A"/>
                </a:solidFill>
                <a:latin typeface="Montserrat"/>
              </a:rPr>
              <a:t>Ondupet  ·  Ondupack  ·  MGT + PDA  |  Octubre 2026</a:t>
            </a:r>
          </a:p>
        </p:txBody>
      </p:sp>
      <p:pic>
        <p:nvPicPr>
          <p:cNvPr id="8" name="Imagen 7" descr="Logotipo&#10;&#10;Descripción generada automáticamente">
            <a:extLst>
              <a:ext uri="{FF2B5EF4-FFF2-40B4-BE49-F238E27FC236}">
                <a16:creationId xmlns:a16="http://schemas.microsoft.com/office/drawing/2014/main" id="{C0AE04F5-B570-43A6-AC8C-F2AD37DC6A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041" y="1138241"/>
            <a:ext cx="2420303" cy="105214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Índice</a:t>
            </a:r>
          </a:p>
        </p:txBody>
      </p:sp>
      <p:sp>
        <p:nvSpPr>
          <p:cNvPr id="3" name="Shape 3"/>
          <p:cNvSpPr/>
          <p:nvPr/>
        </p:nvSpPr>
        <p:spPr>
          <a:xfrm>
            <a:off x="548640" y="1371600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" name="Shape 4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01</a:t>
            </a:r>
            <a:endParaRPr lang="es-ES" sz="1200" dirty="0"/>
          </a:p>
        </p:txBody>
      </p:sp>
      <p:sp>
        <p:nvSpPr>
          <p:cNvPr id="5" name="Shape 5"/>
          <p:cNvSpPr txBox="1"/>
          <p:nvPr/>
        </p:nvSpPr>
        <p:spPr>
          <a:xfrm>
            <a:off x="1463040" y="137160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Ondupet</a:t>
            </a:r>
            <a:endParaRPr lang="es-ES" sz="1600" dirty="0"/>
          </a:p>
        </p:txBody>
      </p:sp>
      <p:sp>
        <p:nvSpPr>
          <p:cNvPr id="6" name="Shape 6"/>
          <p:cNvSpPr txBox="1"/>
          <p:nvPr/>
        </p:nvSpPr>
        <p:spPr>
          <a:xfrm>
            <a:off x="4206240" y="1371600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Matriz de procesos de planificación</a:t>
            </a:r>
            <a:endParaRPr lang="es-ES" sz="1100" dirty="0"/>
          </a:p>
        </p:txBody>
      </p:sp>
      <p:sp>
        <p:nvSpPr>
          <p:cNvPr id="7" name="Shape 7"/>
          <p:cNvSpPr/>
          <p:nvPr/>
        </p:nvSpPr>
        <p:spPr>
          <a:xfrm>
            <a:off x="9628632" y="1627632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AVANZADO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2395728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777240" y="2578608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02</a:t>
            </a:r>
            <a:endParaRPr lang="es-ES" sz="1200" dirty="0"/>
          </a:p>
        </p:txBody>
      </p:sp>
      <p:sp>
        <p:nvSpPr>
          <p:cNvPr id="10" name="Shape 10"/>
          <p:cNvSpPr txBox="1"/>
          <p:nvPr/>
        </p:nvSpPr>
        <p:spPr>
          <a:xfrm>
            <a:off x="1463040" y="2395728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Ondupack</a:t>
            </a:r>
            <a:endParaRPr lang="es-ES" sz="1600" dirty="0"/>
          </a:p>
        </p:txBody>
      </p:sp>
      <p:sp>
        <p:nvSpPr>
          <p:cNvPr id="11" name="Shape 11"/>
          <p:cNvSpPr txBox="1"/>
          <p:nvPr/>
        </p:nvSpPr>
        <p:spPr>
          <a:xfrm>
            <a:off x="4206240" y="2395728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Matriz de procesos de planificación</a:t>
            </a:r>
            <a:endParaRPr lang="es-ES" sz="1100" dirty="0"/>
          </a:p>
        </p:txBody>
      </p:sp>
      <p:sp>
        <p:nvSpPr>
          <p:cNvPr id="12" name="Shape 12"/>
          <p:cNvSpPr/>
          <p:nvPr/>
        </p:nvSpPr>
        <p:spPr>
          <a:xfrm>
            <a:off x="9628632" y="265176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AVANZADO</a:t>
            </a:r>
            <a:endParaRPr lang="es-ES" sz="850" dirty="0"/>
          </a:p>
        </p:txBody>
      </p:sp>
      <p:sp>
        <p:nvSpPr>
          <p:cNvPr id="13" name="Shape 13"/>
          <p:cNvSpPr/>
          <p:nvPr/>
        </p:nvSpPr>
        <p:spPr>
          <a:xfrm>
            <a:off x="548640" y="3419856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/>
          <p:nvPr/>
        </p:nvSpPr>
        <p:spPr>
          <a:xfrm>
            <a:off x="777240" y="3602736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03</a:t>
            </a:r>
            <a:endParaRPr lang="es-ES" sz="1200" dirty="0"/>
          </a:p>
        </p:txBody>
      </p:sp>
      <p:sp>
        <p:nvSpPr>
          <p:cNvPr id="15" name="Shape 15"/>
          <p:cNvSpPr txBox="1"/>
          <p:nvPr/>
        </p:nvSpPr>
        <p:spPr>
          <a:xfrm>
            <a:off x="1463040" y="3419856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00263A"/>
                </a:solidFill>
                <a:latin typeface="Montserrat"/>
                <a:cs typeface="Montserrat"/>
              </a:rPr>
              <a:t>MGT + PDA</a:t>
            </a:r>
            <a:endParaRPr lang="es-ES" sz="1600" dirty="0"/>
          </a:p>
        </p:txBody>
      </p:sp>
      <p:sp>
        <p:nvSpPr>
          <p:cNvPr id="16" name="Shape 16"/>
          <p:cNvSpPr txBox="1"/>
          <p:nvPr/>
        </p:nvSpPr>
        <p:spPr>
          <a:xfrm>
            <a:off x="4206240" y="3419856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5B6B78"/>
                </a:solidFill>
                <a:latin typeface="Montserrat"/>
                <a:cs typeface="Montserrat"/>
              </a:rPr>
              <a:t>Papeleras: matriz de procesos de planificación, en conjunto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9628632" y="3675888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244C5A"/>
                </a:solidFill>
                <a:latin typeface="Montserrat"/>
                <a:cs typeface="Montserrat"/>
              </a:rPr>
              <a:t>EN PREPARACIÓN</a:t>
            </a:r>
            <a:endParaRPr lang="es-ES" sz="850" dirty="0"/>
          </a:p>
        </p:txBody>
      </p:sp>
      <p:sp>
        <p:nvSpPr>
          <p:cNvPr id="18" name="Shape 18"/>
          <p:cNvSpPr/>
          <p:nvPr/>
        </p:nvSpPr>
        <p:spPr>
          <a:xfrm>
            <a:off x="548640" y="4443984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9" name="Shape 19"/>
          <p:cNvSpPr/>
          <p:nvPr/>
        </p:nvSpPr>
        <p:spPr>
          <a:xfrm>
            <a:off x="777240" y="4626864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04</a:t>
            </a:r>
            <a:endParaRPr lang="es-ES" sz="1200" dirty="0"/>
          </a:p>
        </p:txBody>
      </p:sp>
      <p:sp>
        <p:nvSpPr>
          <p:cNvPr id="20" name="Shape 20"/>
          <p:cNvSpPr txBox="1"/>
          <p:nvPr/>
        </p:nvSpPr>
        <p:spPr>
          <a:xfrm>
            <a:off x="1463040" y="4443984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00263A"/>
                </a:solidFill>
                <a:latin typeface="Montserrat"/>
                <a:cs typeface="Montserrat"/>
              </a:rPr>
              <a:t>Anexo</a:t>
            </a:r>
            <a:endParaRPr lang="es-ES" sz="1600" dirty="0"/>
          </a:p>
        </p:txBody>
      </p:sp>
      <p:sp>
        <p:nvSpPr>
          <p:cNvPr id="21" name="Shape 21"/>
          <p:cNvSpPr txBox="1"/>
          <p:nvPr/>
        </p:nvSpPr>
        <p:spPr>
          <a:xfrm>
            <a:off x="4206240" y="4443984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5B6B78"/>
                </a:solidFill>
                <a:latin typeface="Montserrat"/>
                <a:cs typeface="Montserrat"/>
              </a:rPr>
              <a:t>Próximos pasos detallados y proyectos 2027</a:t>
            </a:r>
            <a:endParaRPr lang="es-ES" sz="1100" dirty="0"/>
          </a:p>
        </p:txBody>
      </p:sp>
      <p:sp>
        <p:nvSpPr>
          <p:cNvPr id="22" name="Shape 22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Ondupet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Extrusión de lámina y termoformado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Matriz de procesos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5 DE 8 IMPLANTADOS</a:t>
            </a:r>
            <a:endParaRPr lang="es-ES" sz="8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280160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PROCESO</a:t>
            </a:r>
            <a:endParaRPr lang="es-ES" sz="850" dirty="0"/>
          </a:p>
        </p:txBody>
      </p:sp>
      <p:sp>
        <p:nvSpPr>
          <p:cNvPr id="5" name="Shape 5"/>
          <p:cNvSpPr txBox="1"/>
          <p:nvPr/>
        </p:nvSpPr>
        <p:spPr>
          <a:xfrm>
            <a:off x="2807208" y="128016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ESTADO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4425696" y="1280160"/>
            <a:ext cx="4617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TENEMOS HOY</a:t>
            </a:r>
            <a:endParaRPr lang="es-ES" sz="850" dirty="0"/>
          </a:p>
        </p:txBody>
      </p:sp>
      <p:sp>
        <p:nvSpPr>
          <p:cNvPr id="7" name="Shape 7"/>
          <p:cNvSpPr txBox="1"/>
          <p:nvPr/>
        </p:nvSpPr>
        <p:spPr>
          <a:xfrm>
            <a:off x="9153144" y="1280160"/>
            <a:ext cx="262432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SIGUIENTE PASO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157276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685800" y="165506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0" name="Shape 10"/>
          <p:cNvSpPr txBox="1"/>
          <p:nvPr/>
        </p:nvSpPr>
        <p:spPr>
          <a:xfrm>
            <a:off x="1078992" y="157276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Dato maestro</a:t>
            </a:r>
            <a:endParaRPr lang="es-ES" sz="1100" dirty="0"/>
          </a:p>
        </p:txBody>
      </p:sp>
      <p:sp>
        <p:nvSpPr>
          <p:cNvPr id="11" name="Shape 11"/>
          <p:cNvSpPr/>
          <p:nvPr/>
        </p:nvSpPr>
        <p:spPr>
          <a:xfrm>
            <a:off x="2807208" y="16642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2" name="Shape 12"/>
          <p:cNvSpPr txBox="1"/>
          <p:nvPr/>
        </p:nvSpPr>
        <p:spPr>
          <a:xfrm>
            <a:off x="4425696" y="157276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ABC y estrategia MTS/MTO por material, duplicados depurados; velocidades, cambios y calendario parametrizados</a:t>
            </a:r>
            <a:endParaRPr lang="es-ES" sz="900" dirty="0"/>
          </a:p>
        </p:txBody>
      </p:sp>
      <p:sp>
        <p:nvSpPr>
          <p:cNvPr id="13" name="Shape 13"/>
          <p:cNvSpPr txBox="1"/>
          <p:nvPr/>
        </p:nvSpPr>
        <p:spPr>
          <a:xfrm>
            <a:off x="9153144" y="157276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14" name="Shape 14"/>
          <p:cNvSpPr/>
          <p:nvPr/>
        </p:nvSpPr>
        <p:spPr>
          <a:xfrm>
            <a:off x="548640" y="206654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685800" y="214884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16" name="Shape 16"/>
          <p:cNvSpPr txBox="1"/>
          <p:nvPr/>
        </p:nvSpPr>
        <p:spPr>
          <a:xfrm>
            <a:off x="1078992" y="206654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Demanda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2807208" y="215798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425696" y="206654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Propuesta automática de fabricación desde la previsión, con su precisión medida y la demanda perdida registrada</a:t>
            </a:r>
            <a:endParaRPr lang="es-ES" sz="900" dirty="0"/>
          </a:p>
        </p:txBody>
      </p:sp>
      <p:sp>
        <p:nvSpPr>
          <p:cNvPr id="19" name="Shape 19"/>
          <p:cNvSpPr txBox="1"/>
          <p:nvPr/>
        </p:nvSpPr>
        <p:spPr>
          <a:xfrm>
            <a:off x="9153144" y="206654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0" name="Shape 20"/>
          <p:cNvSpPr/>
          <p:nvPr/>
        </p:nvSpPr>
        <p:spPr>
          <a:xfrm>
            <a:off x="548640" y="256032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1" name="Shape 21"/>
          <p:cNvSpPr/>
          <p:nvPr/>
        </p:nvSpPr>
        <p:spPr>
          <a:xfrm>
            <a:off x="685800" y="264261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2" name="Shape 22"/>
          <p:cNvSpPr txBox="1"/>
          <p:nvPr/>
        </p:nvSpPr>
        <p:spPr>
          <a:xfrm>
            <a:off x="1078992" y="256032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Cartera</a:t>
            </a:r>
            <a:endParaRPr lang="es-ES" sz="1100" dirty="0"/>
          </a:p>
        </p:txBody>
      </p:sp>
      <p:sp>
        <p:nvSpPr>
          <p:cNvPr id="23" name="Shape 23"/>
          <p:cNvSpPr/>
          <p:nvPr/>
        </p:nvSpPr>
        <p:spPr>
          <a:xfrm>
            <a:off x="2807208" y="265176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24" name="Shape 24"/>
          <p:cNvSpPr txBox="1"/>
          <p:nvPr/>
        </p:nvSpPr>
        <p:spPr>
          <a:xfrm>
            <a:off x="4425696" y="256032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con pendiente, stock y cargas asociadas; cierre de pedidos (saldado)</a:t>
            </a:r>
            <a:endParaRPr lang="es-ES" sz="900" dirty="0"/>
          </a:p>
        </p:txBody>
      </p:sp>
      <p:sp>
        <p:nvSpPr>
          <p:cNvPr id="25" name="Shape 25"/>
          <p:cNvSpPr txBox="1"/>
          <p:nvPr/>
        </p:nvSpPr>
        <p:spPr>
          <a:xfrm>
            <a:off x="9153144" y="256032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6" name="Shape 26"/>
          <p:cNvSpPr/>
          <p:nvPr/>
        </p:nvSpPr>
        <p:spPr>
          <a:xfrm>
            <a:off x="548640" y="3054096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7" name="Shape 27"/>
          <p:cNvSpPr/>
          <p:nvPr/>
        </p:nvSpPr>
        <p:spPr>
          <a:xfrm>
            <a:off x="685800" y="3136392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8" name="Shape 28"/>
          <p:cNvSpPr txBox="1"/>
          <p:nvPr/>
        </p:nvSpPr>
        <p:spPr>
          <a:xfrm>
            <a:off x="1078992" y="3054096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Necesidades</a:t>
            </a:r>
            <a:endParaRPr lang="es-ES" sz="1100" dirty="0"/>
          </a:p>
        </p:txBody>
      </p:sp>
      <p:sp>
        <p:nvSpPr>
          <p:cNvPr id="29" name="Shape 29"/>
          <p:cNvSpPr/>
          <p:nvPr/>
        </p:nvSpPr>
        <p:spPr>
          <a:xfrm>
            <a:off x="2807208" y="314553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30" name="Shape 30"/>
          <p:cNvSpPr txBox="1"/>
          <p:nvPr/>
        </p:nvSpPr>
        <p:spPr>
          <a:xfrm>
            <a:off x="4425696" y="3054096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MRP en SAP montado desde cero e integrado con GIO: producto terminado y bobina</a:t>
            </a:r>
            <a:endParaRPr lang="es-ES" sz="900" dirty="0"/>
          </a:p>
        </p:txBody>
      </p:sp>
      <p:sp>
        <p:nvSpPr>
          <p:cNvPr id="31" name="Shape 31"/>
          <p:cNvSpPr txBox="1"/>
          <p:nvPr/>
        </p:nvSpPr>
        <p:spPr>
          <a:xfrm>
            <a:off x="9153144" y="3054096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32" name="Shape 32"/>
          <p:cNvSpPr/>
          <p:nvPr/>
        </p:nvSpPr>
        <p:spPr>
          <a:xfrm>
            <a:off x="548640" y="3547872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/>
          <p:nvPr/>
        </p:nvSpPr>
        <p:spPr>
          <a:xfrm>
            <a:off x="9015984" y="3547872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4" name="Shape 34"/>
          <p:cNvSpPr/>
          <p:nvPr/>
        </p:nvSpPr>
        <p:spPr>
          <a:xfrm>
            <a:off x="685800" y="3630168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5" name="Shape 35"/>
          <p:cNvSpPr txBox="1"/>
          <p:nvPr/>
        </p:nvSpPr>
        <p:spPr>
          <a:xfrm>
            <a:off x="1078992" y="3547872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1100" dirty="0"/>
          </a:p>
        </p:txBody>
      </p:sp>
      <p:sp>
        <p:nvSpPr>
          <p:cNvPr id="36" name="Shape 36"/>
          <p:cNvSpPr/>
          <p:nvPr/>
        </p:nvSpPr>
        <p:spPr>
          <a:xfrm>
            <a:off x="2807208" y="363931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750" dirty="0"/>
          </a:p>
        </p:txBody>
      </p:sp>
      <p:sp>
        <p:nvSpPr>
          <p:cNvPr id="37" name="Shape 37"/>
          <p:cNvSpPr txBox="1"/>
          <p:nvPr/>
        </p:nvSpPr>
        <p:spPr>
          <a:xfrm>
            <a:off x="4425696" y="3547872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Base preparada: calendario real y velocidades de extrusión</a:t>
            </a:r>
            <a:endParaRPr lang="es-ES" sz="900" dirty="0"/>
          </a:p>
        </p:txBody>
      </p:sp>
      <p:sp>
        <p:nvSpPr>
          <p:cNvPr id="38" name="Shape 38"/>
          <p:cNvSpPr txBox="1"/>
          <p:nvPr/>
        </p:nvSpPr>
        <p:spPr>
          <a:xfrm>
            <a:off x="9153144" y="3547872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Carga de capacidad: % de saturación por línea</a:t>
            </a:r>
            <a:endParaRPr lang="es-ES" sz="900" dirty="0"/>
          </a:p>
        </p:txBody>
      </p:sp>
      <p:sp>
        <p:nvSpPr>
          <p:cNvPr id="39" name="Shape 39"/>
          <p:cNvSpPr/>
          <p:nvPr/>
        </p:nvSpPr>
        <p:spPr>
          <a:xfrm>
            <a:off x="548640" y="404164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41" name="Shape 41"/>
          <p:cNvSpPr txBox="1"/>
          <p:nvPr/>
        </p:nvSpPr>
        <p:spPr>
          <a:xfrm>
            <a:off x="1078992" y="404164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Programación</a:t>
            </a:r>
            <a:endParaRPr lang="es-ES" sz="1100" dirty="0"/>
          </a:p>
        </p:txBody>
      </p:sp>
      <p:sp>
        <p:nvSpPr>
          <p:cNvPr id="42" name="Shape 42"/>
          <p:cNvSpPr/>
          <p:nvPr/>
        </p:nvSpPr>
        <p:spPr>
          <a:xfrm>
            <a:off x="2807208" y="413308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25696" y="404164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Ciclos de termoformado (por molde) y de extrusión (por calidad), con cronograma de cambios</a:t>
            </a:r>
            <a:endParaRPr lang="es-ES" sz="900" dirty="0"/>
          </a:p>
        </p:txBody>
      </p:sp>
      <p:sp>
        <p:nvSpPr>
          <p:cNvPr id="44" name="Shape 44"/>
          <p:cNvSpPr txBox="1"/>
          <p:nvPr/>
        </p:nvSpPr>
        <p:spPr>
          <a:xfrm>
            <a:off x="9153144" y="404164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45" name="Shape 45"/>
          <p:cNvSpPr/>
          <p:nvPr/>
        </p:nvSpPr>
        <p:spPr>
          <a:xfrm>
            <a:off x="548640" y="453542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6" name="Shape 46"/>
          <p:cNvSpPr/>
          <p:nvPr/>
        </p:nvSpPr>
        <p:spPr>
          <a:xfrm>
            <a:off x="9015984" y="4535424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7" name="Shape 47"/>
          <p:cNvSpPr/>
          <p:nvPr/>
        </p:nvSpPr>
        <p:spPr>
          <a:xfrm>
            <a:off x="685800" y="461772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7</a:t>
            </a:r>
            <a:endParaRPr lang="es-ES" sz="900" dirty="0"/>
          </a:p>
        </p:txBody>
      </p:sp>
      <p:sp>
        <p:nvSpPr>
          <p:cNvPr id="48" name="Shape 48"/>
          <p:cNvSpPr txBox="1"/>
          <p:nvPr/>
        </p:nvSpPr>
        <p:spPr>
          <a:xfrm>
            <a:off x="1078992" y="453542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1100" dirty="0"/>
          </a:p>
        </p:txBody>
      </p:sp>
      <p:sp>
        <p:nvSpPr>
          <p:cNvPr id="49" name="Shape 49"/>
          <p:cNvSpPr/>
          <p:nvPr/>
        </p:nvSpPr>
        <p:spPr>
          <a:xfrm>
            <a:off x="2807208" y="46268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PARCIAL</a:t>
            </a:r>
            <a:endParaRPr lang="es-ES" sz="750" dirty="0"/>
          </a:p>
        </p:txBody>
      </p:sp>
      <p:sp>
        <p:nvSpPr>
          <p:cNvPr id="50" name="Shape 50"/>
          <p:cNvSpPr txBox="1"/>
          <p:nvPr/>
        </p:nvSpPr>
        <p:spPr>
          <a:xfrm>
            <a:off x="4425696" y="453542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Consulta de plazos (CTP) sobre los huecos de cada ciclo</a:t>
            </a:r>
            <a:endParaRPr lang="es-ES" sz="900" dirty="0"/>
          </a:p>
        </p:txBody>
      </p:sp>
      <p:sp>
        <p:nvSpPr>
          <p:cNvPr id="51" name="Shape 51"/>
          <p:cNvSpPr txBox="1"/>
          <p:nvPr/>
        </p:nvSpPr>
        <p:spPr>
          <a:xfrm>
            <a:off x="9153144" y="453542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Reservas de stock y fecha de disponibilidad por pedido</a:t>
            </a:r>
            <a:endParaRPr lang="es-ES" sz="900" dirty="0"/>
          </a:p>
        </p:txBody>
      </p:sp>
      <p:sp>
        <p:nvSpPr>
          <p:cNvPr id="52" name="Shape 52"/>
          <p:cNvSpPr/>
          <p:nvPr/>
        </p:nvSpPr>
        <p:spPr>
          <a:xfrm>
            <a:off x="548640" y="502920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/>
          <p:nvPr/>
        </p:nvSpPr>
        <p:spPr>
          <a:xfrm>
            <a:off x="9015984" y="5029200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4" name="Shape 54"/>
          <p:cNvSpPr/>
          <p:nvPr/>
        </p:nvSpPr>
        <p:spPr>
          <a:xfrm>
            <a:off x="685800" y="511149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  <p:sp>
        <p:nvSpPr>
          <p:cNvPr id="55" name="Shape 55"/>
          <p:cNvSpPr txBox="1"/>
          <p:nvPr/>
        </p:nvSpPr>
        <p:spPr>
          <a:xfrm>
            <a:off x="1078992" y="502920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1100" dirty="0"/>
          </a:p>
        </p:txBody>
      </p:sp>
      <p:sp>
        <p:nvSpPr>
          <p:cNvPr id="56" name="Shape 56"/>
          <p:cNvSpPr/>
          <p:nvPr/>
        </p:nvSpPr>
        <p:spPr>
          <a:xfrm>
            <a:off x="2807208" y="512064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750" dirty="0"/>
          </a:p>
        </p:txBody>
      </p:sp>
      <p:sp>
        <p:nvSpPr>
          <p:cNvPr id="57" name="Shape 57"/>
          <p:cNvSpPr txBox="1"/>
          <p:nvPr/>
        </p:nvSpPr>
        <p:spPr>
          <a:xfrm>
            <a:off x="4425696" y="502920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cerrados y cargas trazadas por pedido</a:t>
            </a:r>
            <a:endParaRPr lang="es-ES" sz="900" dirty="0"/>
          </a:p>
        </p:txBody>
      </p:sp>
      <p:sp>
        <p:nvSpPr>
          <p:cNvPr id="58" name="Shape 58"/>
          <p:cNvSpPr txBox="1"/>
          <p:nvPr/>
        </p:nvSpPr>
        <p:spPr>
          <a:xfrm>
            <a:off x="9153144" y="502920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Balance de masas: consumo real vs. teórico</a:t>
            </a:r>
            <a:endParaRPr lang="es-ES" sz="900" dirty="0"/>
          </a:p>
        </p:txBody>
      </p:sp>
      <p:sp>
        <p:nvSpPr>
          <p:cNvPr id="59" name="Shape 59"/>
          <p:cNvSpPr/>
          <p:nvPr/>
        </p:nvSpPr>
        <p:spPr>
          <a:xfrm>
            <a:off x="9015984" y="5596128"/>
            <a:ext cx="26243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0" i="1" dirty="0">
                <a:solidFill>
                  <a:srgbClr val="244C5A"/>
                </a:solidFill>
                <a:latin typeface="Montserrat"/>
                <a:cs typeface="Montserrat"/>
              </a:rPr>
              <a:t>Próximos pasos detallados en </a:t>
            </a: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Anexo</a:t>
            </a:r>
            <a:endParaRPr lang="es-ES" sz="900" dirty="0"/>
          </a:p>
        </p:txBody>
      </p:sp>
      <p:sp>
        <p:nvSpPr>
          <p:cNvPr id="60" name="Shape 60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Ondupack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Cajas de cartón · onduladora y converting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MGT + PDA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Papeleras · matriz de procesos en conjunto</a:t>
            </a:r>
          </a:p>
        </p:txBody>
      </p:sp>
      <p:sp>
        <p:nvSpPr>
          <p:cNvPr id="51" name="Shape 51"/>
          <p:cNvSpPr/>
          <p:nvPr/>
        </p:nvSpPr>
        <p:spPr>
          <a:xfrm>
            <a:off x="868680" y="5074920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spc="40" dirty="0">
                <a:solidFill>
                  <a:srgbClr val="98C9EB"/>
                </a:solidFill>
                <a:latin typeface="Montserrat"/>
                <a:cs typeface="Montserrat"/>
              </a:rPr>
              <a:t>EN PREPARACIÓN</a:t>
            </a:r>
            <a:endParaRPr lang="es-E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C50BB-C186-2811-D9AF-F569E357C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AEF7C8-FEB2-E98C-2C37-B3D12D291FA3}"/>
              </a:ext>
            </a:extLst>
          </p:cNvPr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B7FBF1-834B-FFDA-65C3-BFF103FD6937}"/>
              </a:ext>
            </a:extLst>
          </p:cNvPr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88A323-4ECB-FC5D-D8EB-5622CE16BA3D}"/>
              </a:ext>
            </a:extLst>
          </p:cNvPr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B8513DF5-9298-7C9B-5216-B15E2987E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6DD7FDC2-9D58-DC28-F6AA-9C84AA9DD249}"/>
              </a:ext>
            </a:extLst>
          </p:cNvPr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6F8D91-83FB-40B3-6567-207DD67D5BD2}"/>
              </a:ext>
            </a:extLst>
          </p:cNvPr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3400" b="1" i="0" dirty="0">
                <a:solidFill>
                  <a:srgbClr val="00263A"/>
                </a:solidFill>
                <a:latin typeface="Montserrat"/>
              </a:rPr>
              <a:t>Anexo</a:t>
            </a:r>
            <a:endParaRPr sz="3400" b="1" i="0" dirty="0">
              <a:solidFill>
                <a:srgbClr val="00263A"/>
              </a:solidFill>
              <a:latin typeface="Montserrat"/>
            </a:endParaRPr>
          </a:p>
        </p:txBody>
      </p:sp>
      <p:sp>
        <p:nvSpPr>
          <p:cNvPr id="51" name="Shape 51">
            <a:extLst>
              <a:ext uri="{FF2B5EF4-FFF2-40B4-BE49-F238E27FC236}">
                <a16:creationId xmlns:a16="http://schemas.microsoft.com/office/drawing/2014/main" id="{BE82DFA5-96C1-60B3-FCB1-88E39A52A197}"/>
              </a:ext>
            </a:extLst>
          </p:cNvPr>
          <p:cNvSpPr/>
          <p:nvPr/>
        </p:nvSpPr>
        <p:spPr>
          <a:xfrm>
            <a:off x="868680" y="5074920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spc="40" dirty="0">
                <a:solidFill>
                  <a:srgbClr val="98C9EB"/>
                </a:solidFill>
                <a:latin typeface="Montserrat"/>
                <a:cs typeface="Montserrat"/>
              </a:rPr>
              <a:t>EN PREPARACIÓN</a:t>
            </a:r>
            <a:endParaRPr lang="es-ES" sz="900" dirty="0"/>
          </a:p>
        </p:txBody>
      </p:sp>
    </p:spTree>
    <p:extLst>
      <p:ext uri="{BB962C8B-B14F-4D97-AF65-F5344CB8AC3E}">
        <p14:creationId xmlns:p14="http://schemas.microsoft.com/office/powerpoint/2010/main" val="9275348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Próximos pasos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4 DESARROLLOS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sc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91640"/>
            <a:ext cx="274320" cy="274320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1869948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750" dirty="0"/>
          </a:p>
        </p:txBody>
      </p:sp>
      <p:sp>
        <p:nvSpPr>
          <p:cNvPr id="8" name="Shape 8"/>
          <p:cNvSpPr txBox="1"/>
          <p:nvPr/>
        </p:nvSpPr>
        <p:spPr>
          <a:xfrm>
            <a:off x="777240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Balance de masas</a:t>
            </a:r>
            <a:endParaRPr lang="es-ES" sz="1350" dirty="0"/>
          </a:p>
        </p:txBody>
      </p:sp>
      <p:sp>
        <p:nvSpPr>
          <p:cNvPr id="9" name="Shape 9"/>
          <p:cNvSpPr txBox="1"/>
          <p:nvPr/>
        </p:nvSpPr>
        <p:spPr>
          <a:xfrm>
            <a:off x="777240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0" name="Shape 10"/>
          <p:cNvSpPr txBox="1"/>
          <p:nvPr/>
        </p:nvSpPr>
        <p:spPr>
          <a:xfrm>
            <a:off x="777240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Consumo real frente a teórico, por pedido.</a:t>
            </a:r>
            <a:endParaRPr lang="es-ES" sz="950" dirty="0"/>
          </a:p>
        </p:txBody>
      </p:sp>
      <p:sp>
        <p:nvSpPr>
          <p:cNvPr id="11" name="Shape 11"/>
          <p:cNvSpPr txBox="1"/>
          <p:nvPr/>
        </p:nvSpPr>
        <p:spPr>
          <a:xfrm>
            <a:off x="777240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12" name="Shape 12"/>
          <p:cNvSpPr txBox="1"/>
          <p:nvPr/>
        </p:nvSpPr>
        <p:spPr>
          <a:xfrm>
            <a:off x="777240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Detectar desviaciones y errores que descuadran el stock.</a:t>
            </a:r>
            <a:endParaRPr lang="es-ES" sz="950" dirty="0"/>
          </a:p>
        </p:txBody>
      </p:sp>
      <p:sp>
        <p:nvSpPr>
          <p:cNvPr id="13" name="Shape 13"/>
          <p:cNvSpPr/>
          <p:nvPr/>
        </p:nvSpPr>
        <p:spPr>
          <a:xfrm>
            <a:off x="3378708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/>
          <p:nvPr/>
        </p:nvSpPr>
        <p:spPr>
          <a:xfrm>
            <a:off x="3607308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5" name="Icono 15" descr="Icono hourgla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4468" y="1691640"/>
            <a:ext cx="274320" cy="274320"/>
          </a:xfrm>
          <a:prstGeom prst="rect">
            <a:avLst/>
          </a:prstGeom>
        </p:spPr>
      </p:pic>
      <p:sp>
        <p:nvSpPr>
          <p:cNvPr id="16" name="Shape 16"/>
          <p:cNvSpPr/>
          <p:nvPr/>
        </p:nvSpPr>
        <p:spPr>
          <a:xfrm>
            <a:off x="4700016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17" name="Shape 17"/>
          <p:cNvSpPr txBox="1"/>
          <p:nvPr/>
        </p:nvSpPr>
        <p:spPr>
          <a:xfrm>
            <a:off x="3607308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Atraso de pedidos</a:t>
            </a:r>
            <a:endParaRPr lang="es-ES" sz="1350" dirty="0"/>
          </a:p>
        </p:txBody>
      </p:sp>
      <p:sp>
        <p:nvSpPr>
          <p:cNvPr id="18" name="Shape 18"/>
          <p:cNvSpPr txBox="1"/>
          <p:nvPr/>
        </p:nvSpPr>
        <p:spPr>
          <a:xfrm>
            <a:off x="3607308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9" name="Shape 19"/>
          <p:cNvSpPr txBox="1"/>
          <p:nvPr/>
        </p:nvSpPr>
        <p:spPr>
          <a:xfrm>
            <a:off x="3607308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Fecha de disponibilidad para cada pedido según lo planificado.</a:t>
            </a:r>
            <a:endParaRPr lang="es-ES" sz="950" dirty="0"/>
          </a:p>
        </p:txBody>
      </p:sp>
      <p:sp>
        <p:nvSpPr>
          <p:cNvPr id="20" name="Shape 20"/>
          <p:cNvSpPr txBox="1"/>
          <p:nvPr/>
        </p:nvSpPr>
        <p:spPr>
          <a:xfrm>
            <a:off x="3607308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21" name="Shape 21"/>
          <p:cNvSpPr txBox="1"/>
          <p:nvPr/>
        </p:nvSpPr>
        <p:spPr>
          <a:xfrm>
            <a:off x="3607308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Anticipar retrasos y avisar al cliente antes de que ocurran.</a:t>
            </a:r>
            <a:endParaRPr lang="es-ES" sz="950" dirty="0"/>
          </a:p>
        </p:txBody>
      </p:sp>
      <p:sp>
        <p:nvSpPr>
          <p:cNvPr id="22" name="Shape 22"/>
          <p:cNvSpPr/>
          <p:nvPr/>
        </p:nvSpPr>
        <p:spPr>
          <a:xfrm>
            <a:off x="6208776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6437376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4" name="Icono 24" descr="Icono 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691640"/>
            <a:ext cx="274320" cy="274320"/>
          </a:xfrm>
          <a:prstGeom prst="rect">
            <a:avLst/>
          </a:prstGeom>
        </p:spPr>
      </p:pic>
      <p:sp>
        <p:nvSpPr>
          <p:cNvPr id="25" name="Shape 25"/>
          <p:cNvSpPr/>
          <p:nvPr/>
        </p:nvSpPr>
        <p:spPr>
          <a:xfrm>
            <a:off x="7530084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26" name="Shape 26"/>
          <p:cNvSpPr txBox="1"/>
          <p:nvPr/>
        </p:nvSpPr>
        <p:spPr>
          <a:xfrm>
            <a:off x="6437376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Sistema de reservas</a:t>
            </a:r>
            <a:endParaRPr lang="es-ES" sz="1350" dirty="0"/>
          </a:p>
        </p:txBody>
      </p:sp>
      <p:sp>
        <p:nvSpPr>
          <p:cNvPr id="27" name="Shape 27"/>
          <p:cNvSpPr txBox="1"/>
          <p:nvPr/>
        </p:nvSpPr>
        <p:spPr>
          <a:xfrm>
            <a:off x="6437376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8" name="Shape 28"/>
          <p:cNvSpPr txBox="1"/>
          <p:nvPr/>
        </p:nvSpPr>
        <p:spPr>
          <a:xfrm>
            <a:off x="6437376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Stock asignado a cada pedido por fechas, con ajuste manual.</a:t>
            </a:r>
            <a:endParaRPr lang="es-ES" sz="950" dirty="0"/>
          </a:p>
        </p:txBody>
      </p:sp>
      <p:sp>
        <p:nvSpPr>
          <p:cNvPr id="29" name="Shape 29"/>
          <p:cNvSpPr txBox="1"/>
          <p:nvPr/>
        </p:nvSpPr>
        <p:spPr>
          <a:xfrm>
            <a:off x="6437376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0" name="Shape 30"/>
          <p:cNvSpPr txBox="1"/>
          <p:nvPr/>
        </p:nvSpPr>
        <p:spPr>
          <a:xfrm>
            <a:off x="6437376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Saber qué stock está comprometido y con qué pedido.</a:t>
            </a:r>
            <a:endParaRPr lang="es-ES" sz="950" dirty="0"/>
          </a:p>
        </p:txBody>
      </p:sp>
      <p:sp>
        <p:nvSpPr>
          <p:cNvPr id="31" name="Shape 31"/>
          <p:cNvSpPr/>
          <p:nvPr/>
        </p:nvSpPr>
        <p:spPr>
          <a:xfrm>
            <a:off x="9038844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2" name="Shape 32"/>
          <p:cNvSpPr/>
          <p:nvPr/>
        </p:nvSpPr>
        <p:spPr>
          <a:xfrm>
            <a:off x="9267444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33" name="Icono 33" descr="Icono gau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4604" y="1691640"/>
            <a:ext cx="274320" cy="274320"/>
          </a:xfrm>
          <a:prstGeom prst="rect">
            <a:avLst/>
          </a:prstGeom>
        </p:spPr>
      </p:pic>
      <p:sp>
        <p:nvSpPr>
          <p:cNvPr id="34" name="Shape 34"/>
          <p:cNvSpPr/>
          <p:nvPr/>
        </p:nvSpPr>
        <p:spPr>
          <a:xfrm>
            <a:off x="10360152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750" dirty="0"/>
          </a:p>
        </p:txBody>
      </p:sp>
      <p:sp>
        <p:nvSpPr>
          <p:cNvPr id="35" name="Shape 35"/>
          <p:cNvSpPr txBox="1"/>
          <p:nvPr/>
        </p:nvSpPr>
        <p:spPr>
          <a:xfrm>
            <a:off x="9267444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Carga de capacidad</a:t>
            </a:r>
            <a:endParaRPr lang="es-ES" sz="1350" dirty="0"/>
          </a:p>
        </p:txBody>
      </p:sp>
      <p:sp>
        <p:nvSpPr>
          <p:cNvPr id="36" name="Shape 36"/>
          <p:cNvSpPr txBox="1"/>
          <p:nvPr/>
        </p:nvSpPr>
        <p:spPr>
          <a:xfrm>
            <a:off x="9267444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37" name="Shape 37"/>
          <p:cNvSpPr txBox="1"/>
          <p:nvPr/>
        </p:nvSpPr>
        <p:spPr>
          <a:xfrm>
            <a:off x="9267444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% de saturación por línea según previsión y órdenes lanzadas.</a:t>
            </a:r>
            <a:endParaRPr lang="es-ES" sz="950" dirty="0"/>
          </a:p>
        </p:txBody>
      </p:sp>
      <p:sp>
        <p:nvSpPr>
          <p:cNvPr id="38" name="Shape 38"/>
          <p:cNvSpPr txBox="1"/>
          <p:nvPr/>
        </p:nvSpPr>
        <p:spPr>
          <a:xfrm>
            <a:off x="9267444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9" name="Shape 39"/>
          <p:cNvSpPr txBox="1"/>
          <p:nvPr/>
        </p:nvSpPr>
        <p:spPr>
          <a:xfrm>
            <a:off x="9267444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Detectar cuellos de botella y equilibrar líneas con antelación.</a:t>
            </a:r>
            <a:endParaRPr lang="es-ES" sz="950" dirty="0"/>
          </a:p>
        </p:txBody>
      </p:sp>
      <p:sp>
        <p:nvSpPr>
          <p:cNvPr id="40" name="Shape 40"/>
          <p:cNvSpPr/>
          <p:nvPr/>
        </p:nvSpPr>
        <p:spPr>
          <a:xfrm>
            <a:off x="548640" y="4343400"/>
            <a:ext cx="11091672" cy="1234440"/>
          </a:xfrm>
          <a:prstGeom prst="roundRect">
            <a:avLst>
              <a:gd name="adj" fmla="val 5925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1" name="Shape 41"/>
          <p:cNvSpPr txBox="1"/>
          <p:nvPr/>
        </p:nvSpPr>
        <p:spPr>
          <a:xfrm>
            <a:off x="2743200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Dato maestro</a:t>
            </a:r>
            <a:endParaRPr lang="es-ES" sz="750" dirty="0"/>
          </a:p>
        </p:txBody>
      </p:sp>
      <p:sp>
        <p:nvSpPr>
          <p:cNvPr id="42" name="Shape 42"/>
          <p:cNvSpPr txBox="1"/>
          <p:nvPr/>
        </p:nvSpPr>
        <p:spPr>
          <a:xfrm>
            <a:off x="3613023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Demanda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82846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Cartera</a:t>
            </a:r>
            <a:endParaRPr lang="es-ES" sz="750" dirty="0"/>
          </a:p>
        </p:txBody>
      </p:sp>
      <p:sp>
        <p:nvSpPr>
          <p:cNvPr id="44" name="Shape 44"/>
          <p:cNvSpPr txBox="1"/>
          <p:nvPr/>
        </p:nvSpPr>
        <p:spPr>
          <a:xfrm>
            <a:off x="5352669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Necesidades</a:t>
            </a:r>
            <a:endParaRPr lang="es-ES" sz="750" dirty="0"/>
          </a:p>
        </p:txBody>
      </p:sp>
      <p:sp>
        <p:nvSpPr>
          <p:cNvPr id="45" name="Shape 45"/>
          <p:cNvSpPr txBox="1"/>
          <p:nvPr/>
        </p:nvSpPr>
        <p:spPr>
          <a:xfrm>
            <a:off x="6222492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Capacidad</a:t>
            </a:r>
            <a:endParaRPr lang="es-ES" sz="750" dirty="0"/>
          </a:p>
        </p:txBody>
      </p:sp>
      <p:sp>
        <p:nvSpPr>
          <p:cNvPr id="46" name="Shape 46"/>
          <p:cNvSpPr txBox="1"/>
          <p:nvPr/>
        </p:nvSpPr>
        <p:spPr>
          <a:xfrm>
            <a:off x="7092315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Programación</a:t>
            </a:r>
            <a:endParaRPr lang="es-ES" sz="750" dirty="0"/>
          </a:p>
        </p:txBody>
      </p:sp>
      <p:sp>
        <p:nvSpPr>
          <p:cNvPr id="47" name="Shape 47"/>
          <p:cNvSpPr txBox="1"/>
          <p:nvPr/>
        </p:nvSpPr>
        <p:spPr>
          <a:xfrm>
            <a:off x="7962138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48" name="Shape 48"/>
          <p:cNvSpPr txBox="1"/>
          <p:nvPr/>
        </p:nvSpPr>
        <p:spPr>
          <a:xfrm>
            <a:off x="8831961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Control</a:t>
            </a:r>
            <a:endParaRPr lang="es-ES" sz="750" dirty="0"/>
          </a:p>
        </p:txBody>
      </p:sp>
      <p:sp>
        <p:nvSpPr>
          <p:cNvPr id="49" name="Shape 49"/>
          <p:cNvSpPr txBox="1"/>
          <p:nvPr/>
        </p:nvSpPr>
        <p:spPr>
          <a:xfrm>
            <a:off x="822960" y="469087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Hoy</a:t>
            </a:r>
            <a:endParaRPr lang="es-ES" sz="1000" dirty="0"/>
          </a:p>
        </p:txBody>
      </p:sp>
      <p:sp>
        <p:nvSpPr>
          <p:cNvPr id="50" name="Shape 50"/>
          <p:cNvSpPr/>
          <p:nvPr/>
        </p:nvSpPr>
        <p:spPr>
          <a:xfrm>
            <a:off x="2788920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1" name="Shape 51"/>
          <p:cNvSpPr/>
          <p:nvPr/>
        </p:nvSpPr>
        <p:spPr>
          <a:xfrm>
            <a:off x="3658743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4528566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/>
          <p:nvPr/>
        </p:nvSpPr>
        <p:spPr>
          <a:xfrm>
            <a:off x="5398389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4" name="Shape 54"/>
          <p:cNvSpPr/>
          <p:nvPr/>
        </p:nvSpPr>
        <p:spPr>
          <a:xfrm>
            <a:off x="6268212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5" name="Shape 55"/>
          <p:cNvSpPr/>
          <p:nvPr/>
        </p:nvSpPr>
        <p:spPr>
          <a:xfrm>
            <a:off x="7138035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6" name="Shape 56"/>
          <p:cNvSpPr/>
          <p:nvPr/>
        </p:nvSpPr>
        <p:spPr>
          <a:xfrm>
            <a:off x="8007858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7" name="Shape 57"/>
          <p:cNvSpPr/>
          <p:nvPr/>
        </p:nvSpPr>
        <p:spPr>
          <a:xfrm>
            <a:off x="8877681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8" name="Shape 58"/>
          <p:cNvSpPr txBox="1"/>
          <p:nvPr/>
        </p:nvSpPr>
        <p:spPr>
          <a:xfrm>
            <a:off x="9875520" y="4690872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5 de 8  ·  1 parcial</a:t>
            </a:r>
            <a:endParaRPr lang="es-ES" sz="1000" dirty="0"/>
          </a:p>
        </p:txBody>
      </p:sp>
      <p:sp>
        <p:nvSpPr>
          <p:cNvPr id="59" name="Shape 59"/>
          <p:cNvSpPr txBox="1"/>
          <p:nvPr/>
        </p:nvSpPr>
        <p:spPr>
          <a:xfrm>
            <a:off x="822960" y="510235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Con los próximos pasos</a:t>
            </a:r>
            <a:endParaRPr lang="es-ES" sz="1000" dirty="0"/>
          </a:p>
        </p:txBody>
      </p:sp>
      <p:sp>
        <p:nvSpPr>
          <p:cNvPr id="60" name="Shape 60"/>
          <p:cNvSpPr/>
          <p:nvPr/>
        </p:nvSpPr>
        <p:spPr>
          <a:xfrm>
            <a:off x="2788920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1" name="Shape 61"/>
          <p:cNvSpPr/>
          <p:nvPr/>
        </p:nvSpPr>
        <p:spPr>
          <a:xfrm>
            <a:off x="3658743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2" name="Shape 62"/>
          <p:cNvSpPr/>
          <p:nvPr/>
        </p:nvSpPr>
        <p:spPr>
          <a:xfrm>
            <a:off x="4528566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3" name="Shape 63"/>
          <p:cNvSpPr/>
          <p:nvPr/>
        </p:nvSpPr>
        <p:spPr>
          <a:xfrm>
            <a:off x="5398389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4" name="Shape 64"/>
          <p:cNvSpPr/>
          <p:nvPr/>
        </p:nvSpPr>
        <p:spPr>
          <a:xfrm>
            <a:off x="6268212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5" name="Shape 65"/>
          <p:cNvSpPr/>
          <p:nvPr/>
        </p:nvSpPr>
        <p:spPr>
          <a:xfrm>
            <a:off x="7138035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6" name="Shape 66"/>
          <p:cNvSpPr/>
          <p:nvPr/>
        </p:nvSpPr>
        <p:spPr>
          <a:xfrm>
            <a:off x="8007858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7" name="Shape 67"/>
          <p:cNvSpPr/>
          <p:nvPr/>
        </p:nvSpPr>
        <p:spPr>
          <a:xfrm>
            <a:off x="8877681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8" name="Shape 68"/>
          <p:cNvSpPr txBox="1"/>
          <p:nvPr/>
        </p:nvSpPr>
        <p:spPr>
          <a:xfrm>
            <a:off x="9875520" y="5102352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8 de 8  ·  ciclo completo</a:t>
            </a:r>
            <a:endParaRPr lang="es-ES" sz="1000" dirty="0"/>
          </a:p>
        </p:txBody>
      </p:sp>
      <p:sp>
        <p:nvSpPr>
          <p:cNvPr id="69" name="Shape 69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9</a:t>
            </a:r>
            <a:endParaRPr lang="es-E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1302C4BC-522D-AEDB-38C9-DE461F85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6699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Ondupack · Matriz de procesos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6 DE 8 IMPLANTADOS</a:t>
            </a:r>
            <a:endParaRPr lang="es-ES" sz="8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280160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PROCESO</a:t>
            </a:r>
            <a:endParaRPr lang="es-ES" sz="850" dirty="0"/>
          </a:p>
        </p:txBody>
      </p:sp>
      <p:sp>
        <p:nvSpPr>
          <p:cNvPr id="5" name="Shape 5"/>
          <p:cNvSpPr txBox="1"/>
          <p:nvPr/>
        </p:nvSpPr>
        <p:spPr>
          <a:xfrm>
            <a:off x="2807208" y="128016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ESTADO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4425696" y="1280160"/>
            <a:ext cx="4617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TENEMOS HOY</a:t>
            </a:r>
            <a:endParaRPr lang="es-ES" sz="850" dirty="0"/>
          </a:p>
        </p:txBody>
      </p:sp>
      <p:sp>
        <p:nvSpPr>
          <p:cNvPr id="7" name="Shape 7"/>
          <p:cNvSpPr txBox="1"/>
          <p:nvPr/>
        </p:nvSpPr>
        <p:spPr>
          <a:xfrm>
            <a:off x="9153144" y="1280160"/>
            <a:ext cx="262432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SIGUIENTE PASO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157276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685800" y="165506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0" name="Shape 10"/>
          <p:cNvSpPr txBox="1"/>
          <p:nvPr/>
        </p:nvSpPr>
        <p:spPr>
          <a:xfrm>
            <a:off x="1078992" y="157276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Dato maestro</a:t>
            </a:r>
            <a:endParaRPr lang="es-ES" sz="1100" dirty="0"/>
          </a:p>
        </p:txBody>
      </p:sp>
      <p:sp>
        <p:nvSpPr>
          <p:cNvPr id="11" name="Shape 11"/>
          <p:cNvSpPr/>
          <p:nvPr/>
        </p:nvSpPr>
        <p:spPr>
          <a:xfrm>
            <a:off x="2807208" y="16642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2" name="Shape 12"/>
          <p:cNvSpPr txBox="1"/>
          <p:nvPr/>
        </p:nvSpPr>
        <p:spPr>
          <a:xfrm>
            <a:off x="4425696" y="157276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Velocidades objetivo de onduladora y converting, con propuesta según las reales; calendario de turnos, días y paradas por máquina</a:t>
            </a:r>
            <a:endParaRPr lang="es-ES" sz="900" dirty="0"/>
          </a:p>
        </p:txBody>
      </p:sp>
      <p:sp>
        <p:nvSpPr>
          <p:cNvPr id="13" name="Shape 13"/>
          <p:cNvSpPr txBox="1"/>
          <p:nvPr/>
        </p:nvSpPr>
        <p:spPr>
          <a:xfrm>
            <a:off x="9153144" y="157276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14" name="Shape 14"/>
          <p:cNvSpPr/>
          <p:nvPr/>
        </p:nvSpPr>
        <p:spPr>
          <a:xfrm>
            <a:off x="548640" y="206654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685800" y="214884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16" name="Shape 16"/>
          <p:cNvSpPr txBox="1"/>
          <p:nvPr/>
        </p:nvSpPr>
        <p:spPr>
          <a:xfrm>
            <a:off x="1078992" y="206654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Demanda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2807208" y="215798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5F7F8"/>
          </a:solidFill>
          <a:ln w="15875">
            <a:solidFill>
              <a:srgbClr val="D7DFE5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9AA9B4"/>
                </a:solidFill>
                <a:latin typeface="Montserrat"/>
                <a:cs typeface="Montserrat"/>
              </a:rPr>
              <a:t>SIN ABORDAR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425696" y="206654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Se planifica contra los pedidos de cartera; sin desarrollos de previsión</a:t>
            </a:r>
            <a:endParaRPr lang="es-ES" sz="900" dirty="0"/>
          </a:p>
        </p:txBody>
      </p:sp>
      <p:sp>
        <p:nvSpPr>
          <p:cNvPr id="19" name="Shape 19"/>
          <p:cNvSpPr txBox="1"/>
          <p:nvPr/>
        </p:nvSpPr>
        <p:spPr>
          <a:xfrm>
            <a:off x="9153144" y="206654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1" dirty="0">
                <a:solidFill>
                  <a:srgbClr val="9AA9B4"/>
                </a:solidFill>
                <a:latin typeface="Montserrat"/>
                <a:cs typeface="Montserrat"/>
              </a:rPr>
              <a:t>Por definir</a:t>
            </a:r>
            <a:endParaRPr lang="es-ES" sz="900" dirty="0"/>
          </a:p>
        </p:txBody>
      </p:sp>
      <p:sp>
        <p:nvSpPr>
          <p:cNvPr id="20" name="Shape 20"/>
          <p:cNvSpPr/>
          <p:nvPr/>
        </p:nvSpPr>
        <p:spPr>
          <a:xfrm>
            <a:off x="548640" y="256032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1" name="Shape 21"/>
          <p:cNvSpPr/>
          <p:nvPr/>
        </p:nvSpPr>
        <p:spPr>
          <a:xfrm>
            <a:off x="685800" y="264261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2" name="Shape 22"/>
          <p:cNvSpPr txBox="1"/>
          <p:nvPr/>
        </p:nvSpPr>
        <p:spPr>
          <a:xfrm>
            <a:off x="1078992" y="256032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Cartera</a:t>
            </a:r>
            <a:endParaRPr lang="es-ES" sz="1100" dirty="0"/>
          </a:p>
        </p:txBody>
      </p:sp>
      <p:sp>
        <p:nvSpPr>
          <p:cNvPr id="23" name="Shape 23"/>
          <p:cNvSpPr/>
          <p:nvPr/>
        </p:nvSpPr>
        <p:spPr>
          <a:xfrm>
            <a:off x="2807208" y="265176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24" name="Shape 24"/>
          <p:cNvSpPr txBox="1"/>
          <p:nvPr/>
        </p:nvSpPr>
        <p:spPr>
          <a:xfrm>
            <a:off x="4425696" y="256032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Ya existía: </a:t>
            </a: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pendientes y selección hacia Combiplan, el pool de pedidos que combinan bien</a:t>
            </a:r>
            <a:endParaRPr lang="es-ES" sz="900" dirty="0"/>
          </a:p>
        </p:txBody>
      </p:sp>
      <p:sp>
        <p:nvSpPr>
          <p:cNvPr id="25" name="Shape 25"/>
          <p:cNvSpPr txBox="1"/>
          <p:nvPr/>
        </p:nvSpPr>
        <p:spPr>
          <a:xfrm>
            <a:off x="9153144" y="256032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6" name="Shape 26"/>
          <p:cNvSpPr/>
          <p:nvPr/>
        </p:nvSpPr>
        <p:spPr>
          <a:xfrm>
            <a:off x="548640" y="3054096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7" name="Shape 27"/>
          <p:cNvSpPr/>
          <p:nvPr/>
        </p:nvSpPr>
        <p:spPr>
          <a:xfrm>
            <a:off x="685800" y="3136392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8" name="Shape 28"/>
          <p:cNvSpPr txBox="1"/>
          <p:nvPr/>
        </p:nvSpPr>
        <p:spPr>
          <a:xfrm>
            <a:off x="1078992" y="3054096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Necesidades</a:t>
            </a:r>
            <a:endParaRPr lang="es-ES" sz="1100" dirty="0"/>
          </a:p>
        </p:txBody>
      </p:sp>
      <p:sp>
        <p:nvSpPr>
          <p:cNvPr id="29" name="Shape 29"/>
          <p:cNvSpPr/>
          <p:nvPr/>
        </p:nvSpPr>
        <p:spPr>
          <a:xfrm>
            <a:off x="2807208" y="314553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PARCIAL</a:t>
            </a:r>
            <a:endParaRPr lang="es-ES" sz="750" dirty="0"/>
          </a:p>
        </p:txBody>
      </p:sp>
      <p:sp>
        <p:nvSpPr>
          <p:cNvPr id="30" name="Shape 30"/>
          <p:cNvSpPr txBox="1"/>
          <p:nvPr/>
        </p:nvSpPr>
        <p:spPr>
          <a:xfrm>
            <a:off x="4425696" y="3054096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Faltas de cartón para converting detectadas en el control de producción, con su efecto en fechas</a:t>
            </a:r>
            <a:endParaRPr lang="es-ES" sz="900" dirty="0"/>
          </a:p>
        </p:txBody>
      </p:sp>
      <p:sp>
        <p:nvSpPr>
          <p:cNvPr id="31" name="Shape 31"/>
          <p:cNvSpPr txBox="1"/>
          <p:nvPr/>
        </p:nvSpPr>
        <p:spPr>
          <a:xfrm>
            <a:off x="9153144" y="3054096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1" dirty="0">
                <a:solidFill>
                  <a:srgbClr val="9AA9B4"/>
                </a:solidFill>
                <a:latin typeface="Montserrat"/>
                <a:cs typeface="Montserrat"/>
              </a:rPr>
              <a:t>Por definir</a:t>
            </a:r>
            <a:endParaRPr lang="es-ES" sz="900" dirty="0"/>
          </a:p>
        </p:txBody>
      </p:sp>
      <p:sp>
        <p:nvSpPr>
          <p:cNvPr id="32" name="Shape 32"/>
          <p:cNvSpPr/>
          <p:nvPr/>
        </p:nvSpPr>
        <p:spPr>
          <a:xfrm>
            <a:off x="548640" y="3547872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/>
          <p:nvPr/>
        </p:nvSpPr>
        <p:spPr>
          <a:xfrm>
            <a:off x="685800" y="3630168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4" name="Shape 34"/>
          <p:cNvSpPr txBox="1"/>
          <p:nvPr/>
        </p:nvSpPr>
        <p:spPr>
          <a:xfrm>
            <a:off x="1078992" y="3547872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1100" dirty="0"/>
          </a:p>
        </p:txBody>
      </p:sp>
      <p:sp>
        <p:nvSpPr>
          <p:cNvPr id="35" name="Shape 35"/>
          <p:cNvSpPr/>
          <p:nvPr/>
        </p:nvSpPr>
        <p:spPr>
          <a:xfrm>
            <a:off x="2807208" y="363931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36" name="Shape 36"/>
          <p:cNvSpPr txBox="1"/>
          <p:nvPr/>
        </p:nvSpPr>
        <p:spPr>
          <a:xfrm>
            <a:off x="4425696" y="3547872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Carga diaria por máquina (lanzado y cartera) y saturación prevista de los almacenes de WIP y producto terminado</a:t>
            </a:r>
            <a:endParaRPr lang="es-ES" sz="900" dirty="0"/>
          </a:p>
        </p:txBody>
      </p:sp>
      <p:sp>
        <p:nvSpPr>
          <p:cNvPr id="37" name="Shape 37"/>
          <p:cNvSpPr txBox="1"/>
          <p:nvPr/>
        </p:nvSpPr>
        <p:spPr>
          <a:xfrm>
            <a:off x="9153144" y="3547872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38" name="Shape 38"/>
          <p:cNvSpPr/>
          <p:nvPr/>
        </p:nvSpPr>
        <p:spPr>
          <a:xfrm>
            <a:off x="548640" y="404164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9" name="Shape 39"/>
          <p:cNvSpPr/>
          <p:nvPr/>
        </p:nvSpPr>
        <p:spPr>
          <a:xfrm>
            <a:off x="9015984" y="4041648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41" name="Shape 41"/>
          <p:cNvSpPr txBox="1"/>
          <p:nvPr/>
        </p:nvSpPr>
        <p:spPr>
          <a:xfrm>
            <a:off x="1078992" y="404164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Programación</a:t>
            </a:r>
            <a:endParaRPr lang="es-ES" sz="1100" dirty="0"/>
          </a:p>
        </p:txBody>
      </p:sp>
      <p:sp>
        <p:nvSpPr>
          <p:cNvPr id="42" name="Shape 42"/>
          <p:cNvSpPr/>
          <p:nvPr/>
        </p:nvSpPr>
        <p:spPr>
          <a:xfrm>
            <a:off x="2807208" y="413308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25696" y="404164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Fechas de inicio y fin con velocidades y tiempos de cambio reales; combinación de pedidos en Combiplan</a:t>
            </a:r>
            <a:endParaRPr lang="es-ES" sz="900" dirty="0"/>
          </a:p>
        </p:txBody>
      </p:sp>
      <p:sp>
        <p:nvSpPr>
          <p:cNvPr id="44" name="Shape 44"/>
          <p:cNvSpPr txBox="1"/>
          <p:nvPr/>
        </p:nvSpPr>
        <p:spPr>
          <a:xfrm>
            <a:off x="9153144" y="404164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Algoritmo de combinación automática (propuesta 2027)</a:t>
            </a:r>
            <a:endParaRPr lang="es-ES" sz="900" dirty="0"/>
          </a:p>
        </p:txBody>
      </p:sp>
      <p:sp>
        <p:nvSpPr>
          <p:cNvPr id="45" name="Shape 45"/>
          <p:cNvSpPr/>
          <p:nvPr/>
        </p:nvSpPr>
        <p:spPr>
          <a:xfrm>
            <a:off x="548640" y="453542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6" name="Shape 46"/>
          <p:cNvSpPr/>
          <p:nvPr/>
        </p:nvSpPr>
        <p:spPr>
          <a:xfrm>
            <a:off x="685800" y="461772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7</a:t>
            </a:r>
            <a:endParaRPr lang="es-ES" sz="900" dirty="0"/>
          </a:p>
        </p:txBody>
      </p:sp>
      <p:sp>
        <p:nvSpPr>
          <p:cNvPr id="47" name="Shape 47"/>
          <p:cNvSpPr txBox="1"/>
          <p:nvPr/>
        </p:nvSpPr>
        <p:spPr>
          <a:xfrm>
            <a:off x="1078992" y="453542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1100" dirty="0"/>
          </a:p>
        </p:txBody>
      </p:sp>
      <p:sp>
        <p:nvSpPr>
          <p:cNvPr id="48" name="Shape 48"/>
          <p:cNvSpPr/>
          <p:nvPr/>
        </p:nvSpPr>
        <p:spPr>
          <a:xfrm>
            <a:off x="2807208" y="46268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9" name="Shape 49"/>
          <p:cNvSpPr txBox="1"/>
          <p:nvPr/>
        </p:nvSpPr>
        <p:spPr>
          <a:xfrm>
            <a:off x="4425696" y="453542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Consulta de plazos sobre la carga de capacidad de cada máquina</a:t>
            </a:r>
            <a:endParaRPr lang="es-ES" sz="900" dirty="0"/>
          </a:p>
        </p:txBody>
      </p:sp>
      <p:sp>
        <p:nvSpPr>
          <p:cNvPr id="50" name="Shape 50"/>
          <p:cNvSpPr txBox="1"/>
          <p:nvPr/>
        </p:nvSpPr>
        <p:spPr>
          <a:xfrm>
            <a:off x="9153144" y="453542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51" name="Shape 51"/>
          <p:cNvSpPr/>
          <p:nvPr/>
        </p:nvSpPr>
        <p:spPr>
          <a:xfrm>
            <a:off x="548640" y="502920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685800" y="511149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  <p:sp>
        <p:nvSpPr>
          <p:cNvPr id="53" name="Shape 53"/>
          <p:cNvSpPr txBox="1"/>
          <p:nvPr/>
        </p:nvSpPr>
        <p:spPr>
          <a:xfrm>
            <a:off x="1078992" y="502920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1100" dirty="0"/>
          </a:p>
        </p:txBody>
      </p:sp>
      <p:sp>
        <p:nvSpPr>
          <p:cNvPr id="54" name="Shape 54"/>
          <p:cNvSpPr/>
          <p:nvPr/>
        </p:nvSpPr>
        <p:spPr>
          <a:xfrm>
            <a:off x="2807208" y="512064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55" name="Shape 55"/>
          <p:cNvSpPr txBox="1"/>
          <p:nvPr/>
        </p:nvSpPr>
        <p:spPr>
          <a:xfrm>
            <a:off x="4425696" y="502920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OEE por máquina (disponibilidad, rendimiento y calidad), con propuestas según los valores reales</a:t>
            </a:r>
            <a:endParaRPr lang="es-ES" sz="900" dirty="0"/>
          </a:p>
        </p:txBody>
      </p:sp>
      <p:sp>
        <p:nvSpPr>
          <p:cNvPr id="56" name="Shape 56"/>
          <p:cNvSpPr txBox="1"/>
          <p:nvPr/>
        </p:nvSpPr>
        <p:spPr>
          <a:xfrm>
            <a:off x="9153144" y="502920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57" name="Shape 57"/>
          <p:cNvSpPr/>
          <p:nvPr/>
        </p:nvSpPr>
        <p:spPr>
          <a:xfrm>
            <a:off x="9015984" y="5596128"/>
            <a:ext cx="26243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0" i="1" dirty="0">
                <a:solidFill>
                  <a:srgbClr val="244C5A"/>
                </a:solidFill>
                <a:latin typeface="Montserrat"/>
                <a:cs typeface="Montserrat"/>
              </a:rPr>
              <a:t>Proyectos 2027 en </a:t>
            </a: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Anexo</a:t>
            </a:r>
            <a:endParaRPr lang="es-ES" sz="900" dirty="0"/>
          </a:p>
        </p:txBody>
      </p:sp>
      <p:sp>
        <p:nvSpPr>
          <p:cNvPr id="58" name="Shape 58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Anexo · Proyectos 2027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POR VALIDAR CON NEGOCIO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3544824" cy="2743200"/>
          </a:xfrm>
          <a:prstGeom prst="roundRect">
            <a:avLst>
              <a:gd name="adj" fmla="val 2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glob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91640"/>
            <a:ext cx="274320" cy="274320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2767584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750" dirty="0"/>
          </a:p>
        </p:txBody>
      </p:sp>
      <p:sp>
        <p:nvSpPr>
          <p:cNvPr id="8" name="Shape 8"/>
          <p:cNvSpPr/>
          <p:nvPr/>
        </p:nvSpPr>
        <p:spPr>
          <a:xfrm>
            <a:off x="1578864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750" dirty="0"/>
          </a:p>
        </p:txBody>
      </p:sp>
      <p:sp>
        <p:nvSpPr>
          <p:cNvPr id="9" name="Shape 9"/>
          <p:cNvSpPr txBox="1"/>
          <p:nvPr/>
        </p:nvSpPr>
        <p:spPr>
          <a:xfrm>
            <a:off x="777240" y="2240280"/>
            <a:ext cx="308762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Migración a aplicación web</a:t>
            </a:r>
            <a:endParaRPr lang="es-ES" sz="1350" dirty="0"/>
          </a:p>
        </p:txBody>
      </p:sp>
      <p:sp>
        <p:nvSpPr>
          <p:cNvPr id="10" name="Shape 10"/>
          <p:cNvSpPr txBox="1"/>
          <p:nvPr/>
        </p:nvSpPr>
        <p:spPr>
          <a:xfrm>
            <a:off x="777240" y="26517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1" name="Shape 11"/>
          <p:cNvSpPr txBox="1"/>
          <p:nvPr/>
        </p:nvSpPr>
        <p:spPr>
          <a:xfrm>
            <a:off x="777240" y="2862072"/>
            <a:ext cx="3087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Pasar las pantallas de planificación de la aplicación de escritorio a una aplicación web.</a:t>
            </a:r>
            <a:endParaRPr lang="es-ES" sz="950" dirty="0"/>
          </a:p>
        </p:txBody>
      </p:sp>
      <p:sp>
        <p:nvSpPr>
          <p:cNvPr id="12" name="Shape 12"/>
          <p:cNvSpPr txBox="1"/>
          <p:nvPr/>
        </p:nvSpPr>
        <p:spPr>
          <a:xfrm>
            <a:off x="777240" y="33375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13" name="Shape 13"/>
          <p:cNvSpPr txBox="1"/>
          <p:nvPr/>
        </p:nvSpPr>
        <p:spPr>
          <a:xfrm>
            <a:off x="777240" y="3538728"/>
            <a:ext cx="308762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Acceso desde el navegador y un despliegue más sencillo, con una base común para las plantas.</a:t>
            </a:r>
            <a:endParaRPr lang="es-ES" sz="950" dirty="0"/>
          </a:p>
        </p:txBody>
      </p:sp>
      <p:sp>
        <p:nvSpPr>
          <p:cNvPr id="14" name="Shape 14"/>
          <p:cNvSpPr/>
          <p:nvPr/>
        </p:nvSpPr>
        <p:spPr>
          <a:xfrm>
            <a:off x="4322064" y="1325880"/>
            <a:ext cx="3544824" cy="2743200"/>
          </a:xfrm>
          <a:prstGeom prst="roundRect">
            <a:avLst>
              <a:gd name="adj" fmla="val 2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4550664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6" name="Icono 16" descr="Icono puzz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7824" y="1691640"/>
            <a:ext cx="274320" cy="274320"/>
          </a:xfrm>
          <a:prstGeom prst="rect">
            <a:avLst/>
          </a:prstGeom>
        </p:spPr>
      </p:pic>
      <p:sp>
        <p:nvSpPr>
          <p:cNvPr id="17" name="Shape 17"/>
          <p:cNvSpPr/>
          <p:nvPr/>
        </p:nvSpPr>
        <p:spPr>
          <a:xfrm>
            <a:off x="6541008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550664" y="2240280"/>
            <a:ext cx="308762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Algoritmo de combinación</a:t>
            </a:r>
            <a:endParaRPr lang="es-ES" sz="1350" dirty="0"/>
          </a:p>
        </p:txBody>
      </p:sp>
      <p:sp>
        <p:nvSpPr>
          <p:cNvPr id="19" name="Shape 19"/>
          <p:cNvSpPr txBox="1"/>
          <p:nvPr/>
        </p:nvSpPr>
        <p:spPr>
          <a:xfrm>
            <a:off x="4550664" y="26517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0" name="Shape 20"/>
          <p:cNvSpPr txBox="1"/>
          <p:nvPr/>
        </p:nvSpPr>
        <p:spPr>
          <a:xfrm>
            <a:off x="4550664" y="2862072"/>
            <a:ext cx="3087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Combinación automática de pedidos que mejora la planificación sin intervención manual.</a:t>
            </a:r>
            <a:endParaRPr lang="es-ES" sz="950" dirty="0"/>
          </a:p>
        </p:txBody>
      </p:sp>
      <p:sp>
        <p:nvSpPr>
          <p:cNvPr id="21" name="Shape 21"/>
          <p:cNvSpPr txBox="1"/>
          <p:nvPr/>
        </p:nvSpPr>
        <p:spPr>
          <a:xfrm>
            <a:off x="4550664" y="33375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22" name="Shape 22"/>
          <p:cNvSpPr txBox="1"/>
          <p:nvPr/>
        </p:nvSpPr>
        <p:spPr>
          <a:xfrm>
            <a:off x="4550664" y="3538728"/>
            <a:ext cx="308762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Mejores combinaciones en menos tiempo y menos trabajo manual en Combiplan.</a:t>
            </a:r>
            <a:endParaRPr lang="es-ES" sz="950" dirty="0"/>
          </a:p>
        </p:txBody>
      </p:sp>
      <p:sp>
        <p:nvSpPr>
          <p:cNvPr id="23" name="Shape 23"/>
          <p:cNvSpPr/>
          <p:nvPr/>
        </p:nvSpPr>
        <p:spPr>
          <a:xfrm>
            <a:off x="8095488" y="1325880"/>
            <a:ext cx="3544824" cy="2743200"/>
          </a:xfrm>
          <a:prstGeom prst="roundRect">
            <a:avLst>
              <a:gd name="adj" fmla="val 2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4" name="Shape 24"/>
          <p:cNvSpPr/>
          <p:nvPr/>
        </p:nvSpPr>
        <p:spPr>
          <a:xfrm>
            <a:off x="8324088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5" name="Icono 25" descr="Icono usersc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248" y="1691640"/>
            <a:ext cx="274320" cy="274320"/>
          </a:xfrm>
          <a:prstGeom prst="rect">
            <a:avLst/>
          </a:prstGeom>
        </p:spPr>
      </p:pic>
      <p:sp>
        <p:nvSpPr>
          <p:cNvPr id="26" name="Shape 26"/>
          <p:cNvSpPr/>
          <p:nvPr/>
        </p:nvSpPr>
        <p:spPr>
          <a:xfrm>
            <a:off x="10314432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750" dirty="0"/>
          </a:p>
        </p:txBody>
      </p:sp>
      <p:sp>
        <p:nvSpPr>
          <p:cNvPr id="27" name="Shape 27"/>
          <p:cNvSpPr txBox="1"/>
          <p:nvPr/>
        </p:nvSpPr>
        <p:spPr>
          <a:xfrm>
            <a:off x="8324088" y="2240280"/>
            <a:ext cx="308762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PRAE</a:t>
            </a:r>
            <a:endParaRPr lang="es-ES" sz="1350" dirty="0"/>
          </a:p>
        </p:txBody>
      </p:sp>
      <p:sp>
        <p:nvSpPr>
          <p:cNvPr id="28" name="Shape 28"/>
          <p:cNvSpPr txBox="1"/>
          <p:nvPr/>
        </p:nvSpPr>
        <p:spPr>
          <a:xfrm>
            <a:off x="8324088" y="26517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9" name="Shape 29"/>
          <p:cNvSpPr txBox="1"/>
          <p:nvPr/>
        </p:nvSpPr>
        <p:spPr>
          <a:xfrm>
            <a:off x="8324088" y="2862072"/>
            <a:ext cx="3087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Asignación de personas, con nombre y apellidos, a turnos y máquinas.</a:t>
            </a:r>
            <a:endParaRPr lang="es-ES" sz="950" dirty="0"/>
          </a:p>
        </p:txBody>
      </p:sp>
      <p:sp>
        <p:nvSpPr>
          <p:cNvPr id="30" name="Shape 30"/>
          <p:cNvSpPr txBox="1"/>
          <p:nvPr/>
        </p:nvSpPr>
        <p:spPr>
          <a:xfrm>
            <a:off x="8324088" y="33375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1" name="Shape 31"/>
          <p:cNvSpPr txBox="1"/>
          <p:nvPr/>
        </p:nvSpPr>
        <p:spPr>
          <a:xfrm>
            <a:off x="8324088" y="3538728"/>
            <a:ext cx="308762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Planificar también la mano de obra: quién está en cada turno y en cada máquina.</a:t>
            </a:r>
            <a:endParaRPr lang="es-ES" sz="950" dirty="0"/>
          </a:p>
        </p:txBody>
      </p:sp>
      <p:sp>
        <p:nvSpPr>
          <p:cNvPr id="32" name="Shape 32"/>
          <p:cNvSpPr/>
          <p:nvPr/>
        </p:nvSpPr>
        <p:spPr>
          <a:xfrm>
            <a:off x="548640" y="4279392"/>
            <a:ext cx="11091672" cy="1389888"/>
          </a:xfrm>
          <a:prstGeom prst="roundRect">
            <a:avLst>
              <a:gd name="adj" fmla="val 5263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 txBox="1"/>
          <p:nvPr/>
        </p:nvSpPr>
        <p:spPr>
          <a:xfrm>
            <a:off x="2926080" y="4389120"/>
            <a:ext cx="281330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Migración a aplicación web</a:t>
            </a:r>
            <a:endParaRPr lang="es-ES" sz="900" dirty="0"/>
          </a:p>
        </p:txBody>
      </p:sp>
      <p:sp>
        <p:nvSpPr>
          <p:cNvPr id="34" name="Shape 34"/>
          <p:cNvSpPr txBox="1"/>
          <p:nvPr/>
        </p:nvSpPr>
        <p:spPr>
          <a:xfrm>
            <a:off x="5739384" y="4389120"/>
            <a:ext cx="281330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Algoritmo de combinación</a:t>
            </a:r>
            <a:endParaRPr lang="es-ES" sz="900" dirty="0"/>
          </a:p>
        </p:txBody>
      </p:sp>
      <p:sp>
        <p:nvSpPr>
          <p:cNvPr id="35" name="Shape 35"/>
          <p:cNvSpPr txBox="1"/>
          <p:nvPr/>
        </p:nvSpPr>
        <p:spPr>
          <a:xfrm>
            <a:off x="8552688" y="4389120"/>
            <a:ext cx="281330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PRAE</a:t>
            </a:r>
            <a:endParaRPr lang="es-ES" sz="900" dirty="0"/>
          </a:p>
        </p:txBody>
      </p:sp>
      <p:sp>
        <p:nvSpPr>
          <p:cNvPr id="36" name="Shape 36"/>
          <p:cNvSpPr txBox="1"/>
          <p:nvPr/>
        </p:nvSpPr>
        <p:spPr>
          <a:xfrm>
            <a:off x="822960" y="4663440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1050" dirty="0"/>
          </a:p>
        </p:txBody>
      </p:sp>
      <p:sp>
        <p:nvSpPr>
          <p:cNvPr id="37" name="Shape 37"/>
          <p:cNvSpPr/>
          <p:nvPr/>
        </p:nvSpPr>
        <p:spPr>
          <a:xfrm>
            <a:off x="4195572" y="467258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38" name="Icono 38" descr="Icono chec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7294" y="4734306"/>
            <a:ext cx="150876" cy="150876"/>
          </a:xfrm>
          <a:prstGeom prst="rect">
            <a:avLst/>
          </a:prstGeom>
        </p:spPr>
      </p:pic>
      <p:sp>
        <p:nvSpPr>
          <p:cNvPr id="39" name="Shape 39"/>
          <p:cNvSpPr/>
          <p:nvPr/>
        </p:nvSpPr>
        <p:spPr>
          <a:xfrm>
            <a:off x="7100316" y="4764024"/>
            <a:ext cx="91440" cy="91440"/>
          </a:xfrm>
          <a:prstGeom prst="ellipse">
            <a:avLst/>
          </a:prstGeom>
          <a:solidFill>
            <a:srgbClr val="D7DF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9822180" y="467258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1" name="Icono 41" descr="Icono chec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83902" y="4734306"/>
            <a:ext cx="150876" cy="150876"/>
          </a:xfrm>
          <a:prstGeom prst="rect">
            <a:avLst/>
          </a:prstGeom>
        </p:spPr>
      </p:pic>
      <p:sp>
        <p:nvSpPr>
          <p:cNvPr id="42" name="Shape 42"/>
          <p:cNvSpPr txBox="1"/>
          <p:nvPr/>
        </p:nvSpPr>
        <p:spPr>
          <a:xfrm>
            <a:off x="822960" y="4983480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1050" dirty="0"/>
          </a:p>
        </p:txBody>
      </p:sp>
      <p:sp>
        <p:nvSpPr>
          <p:cNvPr id="43" name="Shape 43"/>
          <p:cNvSpPr/>
          <p:nvPr/>
        </p:nvSpPr>
        <p:spPr>
          <a:xfrm>
            <a:off x="4195572" y="499262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4" name="Icono 44" descr="Icono check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7294" y="5054346"/>
            <a:ext cx="150876" cy="150876"/>
          </a:xfrm>
          <a:prstGeom prst="rect">
            <a:avLst/>
          </a:prstGeom>
        </p:spPr>
      </p:pic>
      <p:sp>
        <p:nvSpPr>
          <p:cNvPr id="45" name="Shape 45"/>
          <p:cNvSpPr/>
          <p:nvPr/>
        </p:nvSpPr>
        <p:spPr>
          <a:xfrm>
            <a:off x="7008876" y="499262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6" name="Icono 46" descr="Icono chec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0598" y="5054346"/>
            <a:ext cx="150876" cy="150876"/>
          </a:xfrm>
          <a:prstGeom prst="rect">
            <a:avLst/>
          </a:prstGeom>
        </p:spPr>
      </p:pic>
      <p:sp>
        <p:nvSpPr>
          <p:cNvPr id="47" name="Shape 47"/>
          <p:cNvSpPr/>
          <p:nvPr/>
        </p:nvSpPr>
        <p:spPr>
          <a:xfrm>
            <a:off x="9913620" y="5084064"/>
            <a:ext cx="91440" cy="91440"/>
          </a:xfrm>
          <a:prstGeom prst="ellipse">
            <a:avLst/>
          </a:prstGeom>
          <a:solidFill>
            <a:srgbClr val="D7DF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8" name="Shape 48"/>
          <p:cNvSpPr txBox="1"/>
          <p:nvPr/>
        </p:nvSpPr>
        <p:spPr>
          <a:xfrm>
            <a:off x="822960" y="5303520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00263A"/>
                </a:solidFill>
                <a:latin typeface="Montserrat"/>
                <a:cs typeface="Montserrat"/>
              </a:rPr>
              <a:t>MGT + PDA</a:t>
            </a:r>
            <a:endParaRPr lang="es-ES" sz="1050" dirty="0"/>
          </a:p>
        </p:txBody>
      </p:sp>
      <p:sp>
        <p:nvSpPr>
          <p:cNvPr id="49" name="Shape 49"/>
          <p:cNvSpPr txBox="1"/>
          <p:nvPr/>
        </p:nvSpPr>
        <p:spPr>
          <a:xfrm>
            <a:off x="2926080" y="5303520"/>
            <a:ext cx="8439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50" b="0" i="1" dirty="0">
                <a:solidFill>
                  <a:srgbClr val="9AA9B4"/>
                </a:solidFill>
                <a:latin typeface="Montserrat"/>
                <a:cs typeface="Montserrat"/>
              </a:rPr>
              <a:t>Por definir tras su matriz de procesos</a:t>
            </a:r>
            <a:endParaRPr lang="es-ES" sz="950" dirty="0"/>
          </a:p>
        </p:txBody>
      </p:sp>
      <p:sp>
        <p:nvSpPr>
          <p:cNvPr id="50" name="Shape 50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10</a:t>
            </a:r>
            <a:endParaRPr lang="es-E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_Tema de Office">
  <a:themeElements>
    <a:clrScheme name="Personalizado 3">
      <a:dk1>
        <a:srgbClr val="00263A"/>
      </a:dk1>
      <a:lt1>
        <a:srgbClr val="FFFFFF"/>
      </a:lt1>
      <a:dk2>
        <a:srgbClr val="A7A7A7"/>
      </a:dk2>
      <a:lt2>
        <a:srgbClr val="535353"/>
      </a:lt2>
      <a:accent1>
        <a:srgbClr val="D1DDE6"/>
      </a:accent1>
      <a:accent2>
        <a:srgbClr val="9BCBEB"/>
      </a:accent2>
      <a:accent3>
        <a:srgbClr val="244C5A"/>
      </a:accent3>
      <a:accent4>
        <a:srgbClr val="94B7BB"/>
      </a:accent4>
      <a:accent5>
        <a:srgbClr val="C8D8EB"/>
      </a:accent5>
      <a:accent6>
        <a:srgbClr val="001930"/>
      </a:accent6>
      <a:hlink>
        <a:srgbClr val="244C5A"/>
      </a:hlink>
      <a:folHlink>
        <a:srgbClr val="9BCBEB"/>
      </a:folHlink>
    </a:clrScheme>
    <a:fontScheme name="Tema de Office">
      <a:majorFont>
        <a:latin typeface="Helvetica"/>
        <a:ea typeface="Helvetica"/>
        <a:cs typeface="Helvetica"/>
      </a:majorFont>
      <a:minorFont>
        <a:latin typeface="Montserrat Semi Bold"/>
        <a:ea typeface="Montserrat Semi Bold"/>
        <a:cs typeface="Montserrat Semi Bold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>
            <a:ln>
              <a:noFill/>
            </a:ln>
            <a:solidFill>
              <a:schemeClr val="accent6"/>
            </a:solidFill>
            <a:effectLst/>
            <a:uFillTx/>
            <a:latin typeface="+mn-lt"/>
            <a:ea typeface="+mn-ea"/>
            <a:cs typeface="+mn-cs"/>
            <a:sym typeface="Montserrat S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 dirty="0">
            <a:ln>
              <a:noFill/>
            </a:ln>
            <a:solidFill>
              <a:schemeClr val="accent6"/>
            </a:solidFill>
            <a:effectLst/>
            <a:uFillTx/>
            <a:latin typeface="+mn-lt"/>
            <a:ea typeface="+mn-ea"/>
            <a:cs typeface="+mn-cs"/>
            <a:sym typeface="Montserrat Semi Bold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A9A001796EFF641A3FF3E67E9A0118F" ma:contentTypeVersion="0" ma:contentTypeDescription="Crear nuevo documento." ma:contentTypeScope="" ma:versionID="4627a3d8309003ba6818bcb7e833fbb3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f811a6767019e7426d133b423302158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0400B80-59EE-4429-9CBF-B44159A31E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A4D8A436-2D6F-4EAC-B067-AE32550131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F62DCD97-C284-4F08-8EE7-BA7AA4D3C55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8851</TotalTime>
  <Words>453</Words>
  <Application>Microsoft Office PowerPoint</Application>
  <PresentationFormat>Panorámica</PresentationFormat>
  <Paragraphs>123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9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Montserrat</vt:lpstr>
      <vt:lpstr>Montserrat Semi Bold</vt:lpstr>
      <vt:lpstr>Verdana</vt:lpstr>
      <vt:lpstr>4_Tema de Office</vt:lpstr>
      <vt:lpstr>Office Theme</vt:lpstr>
      <vt:lpstr>Planificación de Packaging Mejoras realizadas y próximos pasos por planta Ondupet  ·  Ondupack  ·  MGT + PDA  |  Octubre 2026</vt:lpstr>
      <vt:lpstr>Índice</vt:lpstr>
      <vt:lpstr>Presentación de PowerPoint</vt:lpstr>
      <vt:lpstr>Ondupet · Matriz de procesos</vt:lpstr>
      <vt:lpstr>Presentación de PowerPoint</vt:lpstr>
      <vt:lpstr>Presentación de PowerPoint</vt:lpstr>
      <vt:lpstr>Presentación de PowerPoint</vt:lpstr>
      <vt:lpstr>Ondupet · Próximos pasos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Lara Hospital</dc:creator>
  <cp:lastModifiedBy>Tejada Fornieles, Enrique</cp:lastModifiedBy>
  <cp:revision>6</cp:revision>
  <dcterms:created xsi:type="dcterms:W3CDTF">2024-06-09T19:11:53Z</dcterms:created>
  <dcterms:modified xsi:type="dcterms:W3CDTF">2026-10-01T12:41:24Z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2024-05-23T00:00:00Z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2024-06-09T00:00:00Z</vt:filetime>
  </property>
  <property fmtid="{D5CDD505-2E9C-101B-9397-08002B2CF9AE}" pid="5" name="ContentTypeId">
    <vt:lpwstr>0x0101005A9A001796EFF641A3FF3E67E9A0118F</vt:lpwstr>
  </property>
</Properties>
</file>